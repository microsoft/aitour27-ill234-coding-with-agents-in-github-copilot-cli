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omments/modernComment_7FFFFA3B_DF2B31E2.xml" ContentType="application/vnd.ms-powerpoint.comment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5551" r:id="rId4"/>
    <p:sldMasterId id="2147485610" r:id="rId5"/>
  </p:sldMasterIdLst>
  <p:notesMasterIdLst>
    <p:notesMasterId r:id="rId22"/>
  </p:notesMasterIdLst>
  <p:handoutMasterIdLst>
    <p:handoutMasterId r:id="rId23"/>
  </p:handoutMasterIdLst>
  <p:sldIdLst>
    <p:sldId id="263" r:id="rId6"/>
    <p:sldId id="2147479495" r:id="rId7"/>
    <p:sldId id="2147482180" r:id="rId8"/>
    <p:sldId id="272" r:id="rId9"/>
    <p:sldId id="581" r:id="rId10"/>
    <p:sldId id="2147482182" r:id="rId11"/>
    <p:sldId id="2147482183" r:id="rId12"/>
    <p:sldId id="2147482184" r:id="rId13"/>
    <p:sldId id="2147482171" r:id="rId14"/>
    <p:sldId id="2147482172" r:id="rId15"/>
    <p:sldId id="2147482181" r:id="rId16"/>
    <p:sldId id="2147482176" r:id="rId17"/>
    <p:sldId id="2147482179" r:id="rId18"/>
    <p:sldId id="2147482178" r:id="rId19"/>
    <p:sldId id="2147482175" r:id="rId20"/>
    <p:sldId id="2147479526" r:id="rId21"/>
  </p:sldIdLst>
  <p:sldSz cx="12192000" cy="6858000"/>
  <p:notesSz cx="6858000" cy="9144000"/>
  <p:defaultTextStyle>
    <a:defPPr>
      <a:defRPr lang="en-US"/>
    </a:defPPr>
    <a:lvl1pPr marL="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1pPr>
    <a:lvl2pPr marL="457183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2pPr>
    <a:lvl3pPr marL="914367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3pPr>
    <a:lvl4pPr marL="1371550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4pPr>
    <a:lvl5pPr marL="182873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5pPr>
    <a:lvl6pPr marL="2285918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765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6AFA61D8-796F-555E-A395-B33F90AAF99E}" name="Monica Lueder" initials="ML" userId="S::monical@microsoft.com::75969e72-ba9c-4e32-a4ac-c8f3aeff9ba2" providerId="AD"/>
  <p188:author id="{F22ABBEE-EBDE-563D-B03E-DF0884221B9D}" name="JJ Nguyen" initials="" userId="S::jjnguyen@microsoft.com::2f19f9e4-6ef9-454e-ac8e-e85dd9f9856d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aku Uchikawa" initials="SU" lastIdx="11" clrIdx="0"/>
  <p:cmAuthor id="1" name="Mary Feil-Jacobs" initials="MFJ" lastIdx="43" clrIdx="1"/>
  <p:cmAuthor id="2" name="Monica Lueder" initials="ML" lastIdx="22" clrIdx="2">
    <p:extLst>
      <p:ext uri="{19B8F6BF-5375-455C-9EA6-DF929625EA0E}">
        <p15:presenceInfo xmlns:p15="http://schemas.microsoft.com/office/powerpoint/2012/main" userId="S-1-5-21-2127521184-1604012920-1887927527-2598260" providerId="AD"/>
      </p:ext>
    </p:extLst>
  </p:cmAuthor>
  <p:cmAuthor id="3" name="Mary Feil-Jacobs" initials="MF" lastIdx="28" clrIdx="3">
    <p:extLst>
      <p:ext uri="{19B8F6BF-5375-455C-9EA6-DF929625EA0E}">
        <p15:presenceInfo xmlns:p15="http://schemas.microsoft.com/office/powerpoint/2012/main" userId="S-1-5-21-2127521184-1604012920-1887927527-65006" providerId="AD"/>
      </p:ext>
    </p:extLst>
  </p:cmAuthor>
  <p:cmAuthor id="4" name="Tracy Tran" initials="TT" lastIdx="9" clrIdx="4">
    <p:extLst>
      <p:ext uri="{19B8F6BF-5375-455C-9EA6-DF929625EA0E}">
        <p15:presenceInfo xmlns:p15="http://schemas.microsoft.com/office/powerpoint/2012/main" userId="S::tracyt@microsoft.com::7b485f56-8fe8-4efc-a1b3-85e720327ac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78D4"/>
    <a:srgbClr val="87ADA2"/>
    <a:srgbClr val="175B9C"/>
    <a:srgbClr val="8DC8E8"/>
    <a:srgbClr val="BCDFF2"/>
    <a:srgbClr val="C5B4E3"/>
    <a:srgbClr val="463668"/>
    <a:srgbClr val="E3BFEB"/>
    <a:srgbClr val="FFFFFF"/>
    <a:srgbClr val="D59ED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C9873F6-AABA-A741-8E6D-27320A26476C}" v="30" dt="2026-09-10T16:34:14.735"/>
    <p1510:client id="{5265C332-1D94-47F8-988F-88C974A1E675}" v="2027" dt="2026-09-09T19:43:49.870"/>
    <p1510:client id="{FACD9473-F6C1-41F0-BC54-955FDBCC9F28}" v="4" dt="2026-09-10T15:20:55.197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tesViewPr>
    <p:cSldViewPr snapToGrid="0">
      <p:cViewPr>
        <p:scale>
          <a:sx n="1" d="2"/>
          <a:sy n="1" d="2"/>
        </p:scale>
        <p:origin x="0" y="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6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commentAuthors" Target="commentAuthors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handoutMaster" Target="handoutMasters/handoutMaster1.xml"/><Relationship Id="rId28" Type="http://schemas.openxmlformats.org/officeDocument/2006/relationships/tableStyles" Target="tableStyles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notesMaster" Target="notesMasters/notesMaster1.xml"/><Relationship Id="rId27" Type="http://schemas.openxmlformats.org/officeDocument/2006/relationships/theme" Target="theme/theme1.xml"/><Relationship Id="rId30" Type="http://schemas.microsoft.com/office/2018/10/relationships/authors" Target="authors.xml"/></Relationships>
</file>

<file path=ppt/comments/modernComment_7FFFFA3B_DF2B31E2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FAF7740-4B43-354C-A825-B135DC3225F6}" authorId="{F22ABBEE-EBDE-563D-B03E-DF0884221B9D}" status="resolved" created="2026-05-12T19:04:45.619">
    <pc:sldMkLst xmlns:pc="http://schemas.microsoft.com/office/powerpoint/2013/main/command">
      <pc:docMk/>
      <pc:sldMk cId="1033287503" sldId="534"/>
    </pc:sldMkLst>
    <p188:txBody>
      <a:bodyPr/>
      <a:lstStyle/>
      <a:p>
        <a:r>
          <a:rPr lang="en-US"/>
          <a:t>[@Anh-Thu Pham] I think we may need another slide to get us to the next point. Like in the talk track, we're basically saying "58% of folks are producing great work BUT... ain't shiz without the right underlying system"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5"/>
          <p:cNvSpPr>
            <a:spLocks noGrp="1"/>
          </p:cNvSpPr>
          <p:nvPr>
            <p:ph type="hdr" sz="quarter"/>
          </p:nvPr>
        </p:nvSpPr>
        <p:spPr>
          <a:xfrm>
            <a:off x="0" y="-11574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>
              <a:latin typeface="Segoe UI" pitchFamily="34" charset="0"/>
            </a:endParaRPr>
          </a:p>
        </p:txBody>
      </p:sp>
      <p:sp>
        <p:nvSpPr>
          <p:cNvPr id="7" name="Date Placeholder 6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60F9EC6-89FF-47E1-8594-1A32E3B45134}" type="datetime8">
              <a:rPr lang="en-US" smtClean="0">
                <a:latin typeface="Segoe UI" pitchFamily="34" charset="0"/>
              </a:rPr>
              <a:t>9/10/2026 9:35 AM</a:t>
            </a:fld>
            <a:endParaRPr lang="en-US">
              <a:latin typeface="Segoe UI" pitchFamily="34" charset="0"/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5795010" cy="33243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marL="398463" defTabSz="914099" eaLnBrk="0" hangingPunct="0"/>
            <a:r>
              <a:rPr lang="en-US" sz="40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3"/>
          </p:nvPr>
        </p:nvSpPr>
        <p:spPr>
          <a:xfrm>
            <a:off x="5783579" y="8685213"/>
            <a:ext cx="107283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C9E9D6-92A0-482B-A603-C9BA7FFB8190}" type="slidenum">
              <a:rPr lang="en-US" smtClean="0">
                <a:latin typeface="Segoe UI" pitchFamily="34" charset="0"/>
              </a:rPr>
              <a:t>‹#›</a:t>
            </a:fld>
            <a:endParaRPr lang="en-US">
              <a:latin typeface="Segoe U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4595630"/>
      </p:ext>
    </p:extLst>
  </p:cSld>
  <p:clrMap bg1="lt1" tx1="dk1" bg2="lt2" tx2="dk2" accent1="accent1" accent2="accent2" accent3="accent3" accent4="accent4" accent5="accent5" accent6="accent6" hlink="hlink" folHlink="folHlink"/>
  <p:hf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eader Placeholder 7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Segoe UI" pitchFamily="34" charset="0"/>
              </a:defRPr>
            </a:lvl1pPr>
          </a:lstStyle>
          <a:p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5920740" cy="3559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marL="571500" indent="0" algn="l">
              <a:defRPr sz="1200"/>
            </a:lvl1pPr>
          </a:lstStyle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386CE63F-9E7F-4C04-9D0D-FCA25A8E9E86}" type="datetime8">
              <a:rPr lang="en-US" smtClean="0"/>
              <a:t>9/10/2026 9:35 AM</a:t>
            </a:fld>
            <a:endParaRPr lang="en-US"/>
          </a:p>
        </p:txBody>
      </p:sp>
      <p:sp>
        <p:nvSpPr>
          <p:cNvPr id="12" name="Notes Placeholder 11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5"/>
          </p:nvPr>
        </p:nvSpPr>
        <p:spPr>
          <a:xfrm>
            <a:off x="5909309" y="8685213"/>
            <a:ext cx="947103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Segoe UI" pitchFamily="34" charset="0"/>
              </a:defRPr>
            </a:lvl1pPr>
          </a:lstStyle>
          <a:p>
            <a:fld id="{B4008EB6-D09E-4580-8CD6-DDB14511944F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8265"/>
      </p:ext>
    </p:extLst>
  </p:cSld>
  <p:clrMap bg1="lt1" tx1="dk1" bg2="lt2" tx2="dk2" accent1="accent1" accent2="accent2" accent3="accent3" accent4="accent4" accent5="accent5" accent6="accent6" hlink="hlink" folHlink="folHlink"/>
  <p:hf/>
  <p:notesStyle>
    <a:lvl1pPr marL="0" algn="l" defTabSz="914367" rtl="0" eaLnBrk="1" latinLnBrk="0" hangingPunct="1">
      <a:lnSpc>
        <a:spcPct val="90000"/>
      </a:lnSpc>
      <a:spcAft>
        <a:spcPts val="333"/>
      </a:spcAft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1pPr>
    <a:lvl2pPr marL="212982" indent="-105829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2pPr>
    <a:lvl3pPr marL="328071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3pPr>
    <a:lvl4pPr marL="482848" indent="-146838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4pPr>
    <a:lvl5pPr marL="615134" indent="-115090" algn="l" defTabSz="914367" rtl="0" eaLnBrk="1" latinLnBrk="0" hangingPunct="1">
      <a:lnSpc>
        <a:spcPct val="90000"/>
      </a:lnSpc>
      <a:spcAft>
        <a:spcPts val="333"/>
      </a:spcAft>
      <a:buFont typeface="Arial" pitchFamily="34" charset="0"/>
      <a:buChar char="•"/>
      <a:defRPr sz="882" kern="1200">
        <a:solidFill>
          <a:schemeClr val="tx1"/>
        </a:solidFill>
        <a:latin typeface="Segoe UI" panose="020B0502040204020203" pitchFamily="34" charset="0"/>
        <a:ea typeface="+mn-ea"/>
        <a:cs typeface="+mn-cs"/>
      </a:defRPr>
    </a:lvl5pPr>
    <a:lvl6pPr marL="2285918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6pPr>
    <a:lvl7pPr marL="2743101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7pPr>
    <a:lvl8pPr marL="3200284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8pPr>
    <a:lvl9pPr marL="3657469" algn="l" defTabSz="914367" rtl="0" eaLnBrk="1" latinLnBrk="0" hangingPunct="1">
      <a:defRPr sz="11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2"/>
          </p:nvPr>
        </p:nvSpPr>
        <p:spPr/>
        <p:txBody>
          <a:bodyPr/>
          <a:lstStyle/>
          <a:p>
            <a:fld id="{62C61DAB-D93E-49CA-B245-379601CFE8D0}" type="datetime8">
              <a:rPr lang="en-US" smtClean="0"/>
              <a:t>9/10/2026 9:35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850863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C0525-5765-8C1C-8D0E-8F9E5DAAF3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D5E18E5-2274-E87B-16D1-3069185F2F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5F8D15D-BFAB-E13D-7D04-C430D95EB5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A566DE5-83E1-BE12-8218-B6C49BC953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302337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C1656-E6D2-D941-BA7D-9511EB89057A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032893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1610BD6-3226-D2E5-19B4-9CC4B55E09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180676-AC66-782B-02F6-C828BF4785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E77ABCD-B415-FCF4-D0A7-C2EBE3EEB5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30E2F8-4324-8946-1184-2BFCC29ABF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C1656-E6D2-D941-BA7D-9511EB89057A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83959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EBC04A-207E-A586-2DD1-C88300ED5C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16EDD9C-05FA-5545-9C16-4C232110378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2ECBF04-C798-79E2-844B-D2ABFE2904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A66624E-82A4-CB42-305C-6A3B68E409E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C1656-E6D2-D941-BA7D-9511EB89057A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91019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536848-299E-2289-637E-5F09D847D5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129914AC-F5D4-3249-19E5-0B63A2FDDD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6094B504-A051-A7F9-5E35-41A304F483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C064CD-6D50-BDD3-5D00-0A8355EE601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C1656-E6D2-D941-BA7D-9511EB89057A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676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328F3-A1A7-38DC-0E60-17F0931458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92520-78B0-444E-6C5D-9A409ECEB0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B5F4B42-5666-7FD5-48F8-6B9B8CC1D86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992FE2-CE7D-E8D2-DEC8-B85286EA616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0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5C53A8-59A0-4A49-BAB4-A832A26A8E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736478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215AF-B98F-AB53-93E4-553FB8C6EE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1C42243-54C6-F3C5-FB43-A73A4A6F34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E6452B3-9408-0E17-A71F-E8B886EB43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2000"/>
              <a:t>To quickly review before we see some possible examples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514972-F8C3-4097-2783-801A4C528E8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E6C1656-E6D2-D941-BA7D-9511EB89057A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561133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200B42-E4FA-3FFC-CCB8-BDD6C6E4A4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03C3435-0C88-290D-970A-89D0130513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92786F8-F593-3D9E-0774-764F4981B46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C91EB1-A4BC-59FC-49B7-31852383A95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08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625C53A8-59A0-4A49-BAB4-A832A26A8EF5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ptos" panose="02110004020202020204"/>
                <a:ea typeface="+mn-ea"/>
                <a:cs typeface="+mn-cs"/>
              </a:rPr>
              <a:t>12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11000402020202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908530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fld id="{386CE63F-9E7F-4C04-9D0D-FCA25A8E9E86}" type="datetime8">
              <a:rPr lang="en-US" smtClean="0"/>
              <a:t>9/10/2026 9:35 AM</a:t>
            </a:fld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4008EB6-D09E-4580-8CD6-DDB14511944F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3615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 idx="10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>
              <a:solidFill>
                <a:prstClr val="black"/>
              </a:solidFill>
            </a:endParaRPr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fld id="{0ECFDC7D-F4BE-4668-920D-08874925A5D7}" type="datetime8">
              <a:rPr lang="en-US" smtClean="0">
                <a:solidFill>
                  <a:prstClr val="black"/>
                </a:solidFill>
              </a:rPr>
              <a:t>9/10/2026 9:35 AM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EC87E0CF-87F6-4B58-B8B8-DCAB2DAAF3CA}" type="slidenum">
              <a:rPr lang="en-US" smtClean="0">
                <a:solidFill>
                  <a:prstClr val="black"/>
                </a:solidFill>
              </a:rPr>
              <a:pPr/>
              <a:t>16</a:t>
            </a:fld>
            <a:endParaRPr lang="en-US">
              <a:solidFill>
                <a:prstClr val="black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pPr defTabSz="914099" eaLnBrk="0" hangingPunct="0"/>
            <a:r>
              <a:rPr lang="en-US" sz="40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Segoe UI" pitchFamily="34" charset="0"/>
                <a:ea typeface="Segoe UI" pitchFamily="34" charset="0"/>
                <a:cs typeface="Segoe UI" pitchFamily="34" charset="0"/>
              </a:rPr>
              <a:t>© Microsoft Corporation. All rights reserved. MICROSOFT MAKES NO WARRANTIES, EXPRESS, IMPLIED OR STATUTORY, AS TO THE INFORMATION IN THIS PRESENTATION.</a:t>
            </a:r>
          </a:p>
        </p:txBody>
      </p:sp>
    </p:spTree>
    <p:extLst>
      <p:ext uri="{BB962C8B-B14F-4D97-AF65-F5344CB8AC3E}">
        <p14:creationId xmlns:p14="http://schemas.microsoft.com/office/powerpoint/2010/main" val="6887547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e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7.jpe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21.jpeg"/><Relationship Id="rId4" Type="http://schemas.openxmlformats.org/officeDocument/2006/relationships/image" Target="../media/image20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2.jpeg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1.jpe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2.jpeg"/><Relationship Id="rId4" Type="http://schemas.openxmlformats.org/officeDocument/2006/relationships/image" Target="../media/image11.jpe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jpeg"/><Relationship Id="rId5" Type="http://schemas.openxmlformats.org/officeDocument/2006/relationships/image" Target="../media/image26.jpeg"/><Relationship Id="rId4" Type="http://schemas.openxmlformats.org/officeDocument/2006/relationships/image" Target="../media/image25.jpeg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emf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emf"/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jpe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MS logo white - EMF" descr="Microsoft logo white text version">
            <a:extLst>
              <a:ext uri="{FF2B5EF4-FFF2-40B4-BE49-F238E27FC236}">
                <a16:creationId xmlns:a16="http://schemas.microsoft.com/office/drawing/2014/main" id="{E3F2D131-C4A2-F59F-2172-831DB755274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0ECA564-B1BE-4684-BF40-9288F1FB9504}"/>
              </a:ext>
            </a:extLst>
          </p:cNvPr>
          <p:cNvSpPr/>
          <p:nvPr userDrawn="1"/>
        </p:nvSpPr>
        <p:spPr>
          <a:xfrm>
            <a:off x="536575" y="2458622"/>
            <a:ext cx="3865501" cy="1703804"/>
          </a:xfrm>
          <a:custGeom>
            <a:avLst/>
            <a:gdLst>
              <a:gd name="csX0" fmla="*/ 542449 w 3308032"/>
              <a:gd name="csY0" fmla="*/ 193548 h 1458087"/>
              <a:gd name="csX1" fmla="*/ 543401 w 3308032"/>
              <a:gd name="csY1" fmla="*/ 149066 h 1458087"/>
              <a:gd name="csX2" fmla="*/ 541211 w 3308032"/>
              <a:gd name="csY2" fmla="*/ 149066 h 1458087"/>
              <a:gd name="csX3" fmla="*/ 534924 w 3308032"/>
              <a:gd name="csY3" fmla="*/ 168593 h 1458087"/>
              <a:gd name="csX4" fmla="*/ 528257 w 3308032"/>
              <a:gd name="csY4" fmla="*/ 186309 h 1458087"/>
              <a:gd name="csX5" fmla="*/ 374618 w 3308032"/>
              <a:gd name="csY5" fmla="*/ 572929 h 1458087"/>
              <a:gd name="csX6" fmla="*/ 310229 w 3308032"/>
              <a:gd name="csY6" fmla="*/ 572929 h 1458087"/>
              <a:gd name="csX7" fmla="*/ 155448 w 3308032"/>
              <a:gd name="csY7" fmla="*/ 189738 h 1458087"/>
              <a:gd name="csX8" fmla="*/ 149352 w 3308032"/>
              <a:gd name="csY8" fmla="*/ 172402 h 1458087"/>
              <a:gd name="csX9" fmla="*/ 141351 w 3308032"/>
              <a:gd name="csY9" fmla="*/ 149162 h 1458087"/>
              <a:gd name="csX10" fmla="*/ 139160 w 3308032"/>
              <a:gd name="csY10" fmla="*/ 149162 h 1458087"/>
              <a:gd name="csX11" fmla="*/ 140303 w 3308032"/>
              <a:gd name="csY11" fmla="*/ 195834 h 1458087"/>
              <a:gd name="csX12" fmla="*/ 140684 w 3308032"/>
              <a:gd name="csY12" fmla="*/ 246602 h 1458087"/>
              <a:gd name="csX13" fmla="*/ 140684 w 3308032"/>
              <a:gd name="csY13" fmla="*/ 572929 h 1458087"/>
              <a:gd name="csX14" fmla="*/ 55817 w 3308032"/>
              <a:gd name="csY14" fmla="*/ 572929 h 1458087"/>
              <a:gd name="csX15" fmla="*/ 55817 w 3308032"/>
              <a:gd name="csY15" fmla="*/ 39338 h 1458087"/>
              <a:gd name="csX16" fmla="*/ 185642 w 3308032"/>
              <a:gd name="csY16" fmla="*/ 39338 h 1458087"/>
              <a:gd name="csX17" fmla="*/ 322231 w 3308032"/>
              <a:gd name="csY17" fmla="*/ 383477 h 1458087"/>
              <a:gd name="csX18" fmla="*/ 334709 w 3308032"/>
              <a:gd name="csY18" fmla="*/ 415671 h 1458087"/>
              <a:gd name="csX19" fmla="*/ 343853 w 3308032"/>
              <a:gd name="csY19" fmla="*/ 444913 h 1458087"/>
              <a:gd name="csX20" fmla="*/ 346043 w 3308032"/>
              <a:gd name="csY20" fmla="*/ 444913 h 1458087"/>
              <a:gd name="csX21" fmla="*/ 358140 w 3308032"/>
              <a:gd name="csY21" fmla="*/ 412528 h 1458087"/>
              <a:gd name="csX22" fmla="*/ 369475 w 3308032"/>
              <a:gd name="csY22" fmla="*/ 382429 h 1458087"/>
              <a:gd name="csX23" fmla="*/ 507873 w 3308032"/>
              <a:gd name="csY23" fmla="*/ 39338 h 1458087"/>
              <a:gd name="csX24" fmla="*/ 632555 w 3308032"/>
              <a:gd name="csY24" fmla="*/ 39338 h 1458087"/>
              <a:gd name="csX25" fmla="*/ 632555 w 3308032"/>
              <a:gd name="csY25" fmla="*/ 572929 h 1458087"/>
              <a:gd name="csX26" fmla="*/ 542163 w 3308032"/>
              <a:gd name="csY26" fmla="*/ 572929 h 1458087"/>
              <a:gd name="csX27" fmla="*/ 542163 w 3308032"/>
              <a:gd name="csY27" fmla="*/ 234315 h 1458087"/>
              <a:gd name="csX28" fmla="*/ 542735 w 3308032"/>
              <a:gd name="csY28" fmla="*/ 193548 h 1458087"/>
              <a:gd name="csX29" fmla="*/ 768001 w 3308032"/>
              <a:gd name="csY29" fmla="*/ 14383 h 1458087"/>
              <a:gd name="csX30" fmla="*/ 728567 w 3308032"/>
              <a:gd name="csY30" fmla="*/ 29623 h 1458087"/>
              <a:gd name="csX31" fmla="*/ 713327 w 3308032"/>
              <a:gd name="csY31" fmla="*/ 67247 h 1458087"/>
              <a:gd name="csX32" fmla="*/ 728567 w 3308032"/>
              <a:gd name="csY32" fmla="*/ 104966 h 1458087"/>
              <a:gd name="csX33" fmla="*/ 768001 w 3308032"/>
              <a:gd name="csY33" fmla="*/ 120777 h 1458087"/>
              <a:gd name="csX34" fmla="*/ 808196 w 3308032"/>
              <a:gd name="csY34" fmla="*/ 105537 h 1458087"/>
              <a:gd name="csX35" fmla="*/ 823436 w 3308032"/>
              <a:gd name="csY35" fmla="*/ 67627 h 1458087"/>
              <a:gd name="csX36" fmla="*/ 808196 w 3308032"/>
              <a:gd name="csY36" fmla="*/ 29718 h 1458087"/>
              <a:gd name="csX37" fmla="*/ 768001 w 3308032"/>
              <a:gd name="csY37" fmla="*/ 14478 h 1458087"/>
              <a:gd name="csX38" fmla="*/ 723329 w 3308032"/>
              <a:gd name="csY38" fmla="*/ 572834 h 1458087"/>
              <a:gd name="csX39" fmla="*/ 812292 w 3308032"/>
              <a:gd name="csY39" fmla="*/ 572834 h 1458087"/>
              <a:gd name="csX40" fmla="*/ 812292 w 3308032"/>
              <a:gd name="csY40" fmla="*/ 191834 h 1458087"/>
              <a:gd name="csX41" fmla="*/ 723329 w 3308032"/>
              <a:gd name="csY41" fmla="*/ 191834 h 1458087"/>
              <a:gd name="csX42" fmla="*/ 723329 w 3308032"/>
              <a:gd name="csY42" fmla="*/ 572834 h 1458087"/>
              <a:gd name="csX43" fmla="*/ 1079278 w 3308032"/>
              <a:gd name="csY43" fmla="*/ 581787 h 1458087"/>
              <a:gd name="csX44" fmla="*/ 1169099 w 3308032"/>
              <a:gd name="csY44" fmla="*/ 561689 h 1458087"/>
              <a:gd name="csX45" fmla="*/ 1234726 w 3308032"/>
              <a:gd name="csY45" fmla="*/ 500253 h 1458087"/>
              <a:gd name="csX46" fmla="*/ 1165860 w 3308032"/>
              <a:gd name="csY46" fmla="*/ 461582 h 1458087"/>
              <a:gd name="csX47" fmla="*/ 1127951 w 3308032"/>
              <a:gd name="csY47" fmla="*/ 497110 h 1458087"/>
              <a:gd name="csX48" fmla="*/ 1081469 w 3308032"/>
              <a:gd name="csY48" fmla="*/ 507683 h 1458087"/>
              <a:gd name="csX49" fmla="*/ 1004126 w 3308032"/>
              <a:gd name="csY49" fmla="*/ 475298 h 1458087"/>
              <a:gd name="csX50" fmla="*/ 975074 w 3308032"/>
              <a:gd name="csY50" fmla="*/ 383000 h 1458087"/>
              <a:gd name="csX51" fmla="*/ 1004506 w 3308032"/>
              <a:gd name="csY51" fmla="*/ 288512 h 1458087"/>
              <a:gd name="csX52" fmla="*/ 1079278 w 3308032"/>
              <a:gd name="csY52" fmla="*/ 254699 h 1458087"/>
              <a:gd name="csX53" fmla="*/ 1125379 w 3308032"/>
              <a:gd name="csY53" fmla="*/ 265462 h 1458087"/>
              <a:gd name="csX54" fmla="*/ 1162622 w 3308032"/>
              <a:gd name="csY54" fmla="*/ 301943 h 1458087"/>
              <a:gd name="csX55" fmla="*/ 1232535 w 3308032"/>
              <a:gd name="csY55" fmla="*/ 267367 h 1458087"/>
              <a:gd name="csX56" fmla="*/ 1172432 w 3308032"/>
              <a:gd name="csY56" fmla="*/ 204311 h 1458087"/>
              <a:gd name="csX57" fmla="*/ 1082231 w 3308032"/>
              <a:gd name="csY57" fmla="*/ 182880 h 1458087"/>
              <a:gd name="csX58" fmla="*/ 939356 w 3308032"/>
              <a:gd name="csY58" fmla="*/ 238125 h 1458087"/>
              <a:gd name="csX59" fmla="*/ 884301 w 3308032"/>
              <a:gd name="csY59" fmla="*/ 389001 h 1458087"/>
              <a:gd name="csX60" fmla="*/ 936022 w 3308032"/>
              <a:gd name="csY60" fmla="*/ 528923 h 1458087"/>
              <a:gd name="csX61" fmla="*/ 1079278 w 3308032"/>
              <a:gd name="csY61" fmla="*/ 581787 h 1458087"/>
              <a:gd name="csX62" fmla="*/ 1393031 w 3308032"/>
              <a:gd name="csY62" fmla="*/ 384524 h 1458087"/>
              <a:gd name="csX63" fmla="*/ 1416653 w 3308032"/>
              <a:gd name="csY63" fmla="*/ 296323 h 1458087"/>
              <a:gd name="csX64" fmla="*/ 1478566 w 3308032"/>
              <a:gd name="csY64" fmla="*/ 262795 h 1458087"/>
              <a:gd name="csX65" fmla="*/ 1501807 w 3308032"/>
              <a:gd name="csY65" fmla="*/ 265176 h 1458087"/>
              <a:gd name="csX66" fmla="*/ 1523619 w 3308032"/>
              <a:gd name="csY66" fmla="*/ 271653 h 1458087"/>
              <a:gd name="csX67" fmla="*/ 1547432 w 3308032"/>
              <a:gd name="csY67" fmla="*/ 195739 h 1458087"/>
              <a:gd name="csX68" fmla="*/ 1521047 w 3308032"/>
              <a:gd name="csY68" fmla="*/ 187166 h 1458087"/>
              <a:gd name="csX69" fmla="*/ 1494282 w 3308032"/>
              <a:gd name="csY69" fmla="*/ 184975 h 1458087"/>
              <a:gd name="csX70" fmla="*/ 1433989 w 3308032"/>
              <a:gd name="csY70" fmla="*/ 204502 h 1458087"/>
              <a:gd name="csX71" fmla="*/ 1394555 w 3308032"/>
              <a:gd name="csY71" fmla="*/ 260509 h 1458087"/>
              <a:gd name="csX72" fmla="*/ 1393031 w 3308032"/>
              <a:gd name="csY72" fmla="*/ 260509 h 1458087"/>
              <a:gd name="csX73" fmla="*/ 1393031 w 3308032"/>
              <a:gd name="csY73" fmla="*/ 191643 h 1458087"/>
              <a:gd name="csX74" fmla="*/ 1304068 w 3308032"/>
              <a:gd name="csY74" fmla="*/ 191643 h 1458087"/>
              <a:gd name="csX75" fmla="*/ 1304068 w 3308032"/>
              <a:gd name="csY75" fmla="*/ 572643 h 1458087"/>
              <a:gd name="csX76" fmla="*/ 1393031 w 3308032"/>
              <a:gd name="csY76" fmla="*/ 572643 h 1458087"/>
              <a:gd name="csX77" fmla="*/ 1393031 w 3308032"/>
              <a:gd name="csY77" fmla="*/ 384334 h 1458087"/>
              <a:gd name="csX78" fmla="*/ 1621917 w 3308032"/>
              <a:gd name="csY78" fmla="*/ 528542 h 1458087"/>
              <a:gd name="csX79" fmla="*/ 1568482 w 3308032"/>
              <a:gd name="csY79" fmla="*/ 385286 h 1458087"/>
              <a:gd name="csX80" fmla="*/ 1625060 w 3308032"/>
              <a:gd name="csY80" fmla="*/ 238506 h 1458087"/>
              <a:gd name="csX81" fmla="*/ 1771269 w 3308032"/>
              <a:gd name="csY81" fmla="*/ 182880 h 1458087"/>
              <a:gd name="csX82" fmla="*/ 1914335 w 3308032"/>
              <a:gd name="csY82" fmla="*/ 237554 h 1458087"/>
              <a:gd name="csX83" fmla="*/ 1966627 w 3308032"/>
              <a:gd name="csY83" fmla="*/ 378905 h 1458087"/>
              <a:gd name="csX84" fmla="*/ 1911572 w 3308032"/>
              <a:gd name="csY84" fmla="*/ 524542 h 1458087"/>
              <a:gd name="csX85" fmla="*/ 1766126 w 3308032"/>
              <a:gd name="csY85" fmla="*/ 581692 h 1458087"/>
              <a:gd name="csX86" fmla="*/ 1621917 w 3308032"/>
              <a:gd name="csY86" fmla="*/ 528447 h 1458087"/>
              <a:gd name="csX87" fmla="*/ 1659350 w 3308032"/>
              <a:gd name="csY87" fmla="*/ 383477 h 1458087"/>
              <a:gd name="csX88" fmla="*/ 1688973 w 3308032"/>
              <a:gd name="csY88" fmla="*/ 476155 h 1458087"/>
              <a:gd name="csX89" fmla="*/ 1769555 w 3308032"/>
              <a:gd name="csY89" fmla="*/ 509969 h 1458087"/>
              <a:gd name="csX90" fmla="*/ 1847850 w 3308032"/>
              <a:gd name="csY90" fmla="*/ 475012 h 1458087"/>
              <a:gd name="csX91" fmla="*/ 1875568 w 3308032"/>
              <a:gd name="csY91" fmla="*/ 381286 h 1458087"/>
              <a:gd name="csX92" fmla="*/ 1847660 w 3308032"/>
              <a:gd name="csY92" fmla="*/ 289750 h 1458087"/>
              <a:gd name="csX93" fmla="*/ 1769174 w 3308032"/>
              <a:gd name="csY93" fmla="*/ 255175 h 1458087"/>
              <a:gd name="csX94" fmla="*/ 1689354 w 3308032"/>
              <a:gd name="csY94" fmla="*/ 290894 h 1458087"/>
              <a:gd name="csX95" fmla="*/ 1659446 w 3308032"/>
              <a:gd name="csY95" fmla="*/ 383572 h 1458087"/>
              <a:gd name="csX96" fmla="*/ 2267426 w 3308032"/>
              <a:gd name="csY96" fmla="*/ 547878 h 1458087"/>
              <a:gd name="csX97" fmla="*/ 2308003 w 3308032"/>
              <a:gd name="csY97" fmla="*/ 458915 h 1458087"/>
              <a:gd name="csX98" fmla="*/ 2276761 w 3308032"/>
              <a:gd name="csY98" fmla="*/ 380048 h 1458087"/>
              <a:gd name="csX99" fmla="*/ 2182273 w 3308032"/>
              <a:gd name="csY99" fmla="*/ 339471 h 1458087"/>
              <a:gd name="csX100" fmla="*/ 2127028 w 3308032"/>
              <a:gd name="csY100" fmla="*/ 321278 h 1458087"/>
              <a:gd name="csX101" fmla="*/ 2112359 w 3308032"/>
              <a:gd name="csY101" fmla="*/ 292227 h 1458087"/>
              <a:gd name="csX102" fmla="*/ 2126456 w 3308032"/>
              <a:gd name="csY102" fmla="*/ 261366 h 1458087"/>
              <a:gd name="csX103" fmla="*/ 2167795 w 3308032"/>
              <a:gd name="csY103" fmla="*/ 249460 h 1458087"/>
              <a:gd name="csX104" fmla="*/ 2211515 w 3308032"/>
              <a:gd name="csY104" fmla="*/ 258413 h 1458087"/>
              <a:gd name="csX105" fmla="*/ 2247043 w 3308032"/>
              <a:gd name="csY105" fmla="*/ 285179 h 1458087"/>
              <a:gd name="csX106" fmla="*/ 2298764 w 3308032"/>
              <a:gd name="csY106" fmla="*/ 238316 h 1458087"/>
              <a:gd name="csX107" fmla="*/ 2243328 w 3308032"/>
              <a:gd name="csY107" fmla="*/ 196596 h 1458087"/>
              <a:gd name="csX108" fmla="*/ 2170367 w 3308032"/>
              <a:gd name="csY108" fmla="*/ 182785 h 1458087"/>
              <a:gd name="csX109" fmla="*/ 2069211 w 3308032"/>
              <a:gd name="csY109" fmla="*/ 214598 h 1458087"/>
              <a:gd name="csX110" fmla="*/ 2029015 w 3308032"/>
              <a:gd name="csY110" fmla="*/ 302228 h 1458087"/>
              <a:gd name="csX111" fmla="*/ 2058638 w 3308032"/>
              <a:gd name="csY111" fmla="*/ 375380 h 1458087"/>
              <a:gd name="csX112" fmla="*/ 2163032 w 3308032"/>
              <a:gd name="csY112" fmla="*/ 417957 h 1458087"/>
              <a:gd name="csX113" fmla="*/ 2208943 w 3308032"/>
              <a:gd name="csY113" fmla="*/ 435959 h 1458087"/>
              <a:gd name="csX114" fmla="*/ 2224373 w 3308032"/>
              <a:gd name="csY114" fmla="*/ 467011 h 1458087"/>
              <a:gd name="csX115" fmla="*/ 2207990 w 3308032"/>
              <a:gd name="csY115" fmla="*/ 502158 h 1458087"/>
              <a:gd name="csX116" fmla="*/ 2162271 w 3308032"/>
              <a:gd name="csY116" fmla="*/ 514636 h 1458087"/>
              <a:gd name="csX117" fmla="*/ 2112645 w 3308032"/>
              <a:gd name="csY117" fmla="*/ 502920 h 1458087"/>
              <a:gd name="csX118" fmla="*/ 2068163 w 3308032"/>
              <a:gd name="csY118" fmla="*/ 463677 h 1458087"/>
              <a:gd name="csX119" fmla="*/ 2014633 w 3308032"/>
              <a:gd name="csY119" fmla="*/ 511683 h 1458087"/>
              <a:gd name="csX120" fmla="*/ 2074926 w 3308032"/>
              <a:gd name="csY120" fmla="*/ 563785 h 1458087"/>
              <a:gd name="csX121" fmla="*/ 2161604 w 3308032"/>
              <a:gd name="csY121" fmla="*/ 581692 h 1458087"/>
              <a:gd name="csX122" fmla="*/ 2267617 w 3308032"/>
              <a:gd name="csY122" fmla="*/ 547878 h 1458087"/>
              <a:gd name="csX123" fmla="*/ 2717292 w 3308032"/>
              <a:gd name="csY123" fmla="*/ 237554 h 1458087"/>
              <a:gd name="csX124" fmla="*/ 2769584 w 3308032"/>
              <a:gd name="csY124" fmla="*/ 378905 h 1458087"/>
              <a:gd name="csX125" fmla="*/ 2714530 w 3308032"/>
              <a:gd name="csY125" fmla="*/ 524542 h 1458087"/>
              <a:gd name="csX126" fmla="*/ 2569083 w 3308032"/>
              <a:gd name="csY126" fmla="*/ 581692 h 1458087"/>
              <a:gd name="csX127" fmla="*/ 2424875 w 3308032"/>
              <a:gd name="csY127" fmla="*/ 528447 h 1458087"/>
              <a:gd name="csX128" fmla="*/ 2371439 w 3308032"/>
              <a:gd name="csY128" fmla="*/ 385191 h 1458087"/>
              <a:gd name="csX129" fmla="*/ 2428018 w 3308032"/>
              <a:gd name="csY129" fmla="*/ 238411 h 1458087"/>
              <a:gd name="csX130" fmla="*/ 2574227 w 3308032"/>
              <a:gd name="csY130" fmla="*/ 182785 h 1458087"/>
              <a:gd name="csX131" fmla="*/ 2717292 w 3308032"/>
              <a:gd name="csY131" fmla="*/ 237458 h 1458087"/>
              <a:gd name="csX132" fmla="*/ 2678430 w 3308032"/>
              <a:gd name="csY132" fmla="*/ 381191 h 1458087"/>
              <a:gd name="csX133" fmla="*/ 2650522 w 3308032"/>
              <a:gd name="csY133" fmla="*/ 289655 h 1458087"/>
              <a:gd name="csX134" fmla="*/ 2572036 w 3308032"/>
              <a:gd name="csY134" fmla="*/ 255079 h 1458087"/>
              <a:gd name="csX135" fmla="*/ 2492216 w 3308032"/>
              <a:gd name="csY135" fmla="*/ 290798 h 1458087"/>
              <a:gd name="csX136" fmla="*/ 2462308 w 3308032"/>
              <a:gd name="csY136" fmla="*/ 383477 h 1458087"/>
              <a:gd name="csX137" fmla="*/ 2491931 w 3308032"/>
              <a:gd name="csY137" fmla="*/ 476155 h 1458087"/>
              <a:gd name="csX138" fmla="*/ 2572512 w 3308032"/>
              <a:gd name="csY138" fmla="*/ 509969 h 1458087"/>
              <a:gd name="csX139" fmla="*/ 2650808 w 3308032"/>
              <a:gd name="csY139" fmla="*/ 475012 h 1458087"/>
              <a:gd name="csX140" fmla="*/ 2678525 w 3308032"/>
              <a:gd name="csY140" fmla="*/ 381286 h 1458087"/>
              <a:gd name="csX141" fmla="*/ 3280410 w 3308032"/>
              <a:gd name="csY141" fmla="*/ 494729 h 1458087"/>
              <a:gd name="csX142" fmla="*/ 3257360 w 3308032"/>
              <a:gd name="csY142" fmla="*/ 507397 h 1458087"/>
              <a:gd name="csX143" fmla="*/ 3236500 w 3308032"/>
              <a:gd name="csY143" fmla="*/ 511112 h 1458087"/>
              <a:gd name="csX144" fmla="*/ 3205258 w 3308032"/>
              <a:gd name="csY144" fmla="*/ 497872 h 1458087"/>
              <a:gd name="csX145" fmla="*/ 3194114 w 3308032"/>
              <a:gd name="csY145" fmla="*/ 456724 h 1458087"/>
              <a:gd name="csX146" fmla="*/ 3194114 w 3308032"/>
              <a:gd name="csY146" fmla="*/ 260985 h 1458087"/>
              <a:gd name="csX147" fmla="*/ 3291269 w 3308032"/>
              <a:gd name="csY147" fmla="*/ 260985 h 1458087"/>
              <a:gd name="csX148" fmla="*/ 3291269 w 3308032"/>
              <a:gd name="csY148" fmla="*/ 191738 h 1458087"/>
              <a:gd name="csX149" fmla="*/ 3194114 w 3308032"/>
              <a:gd name="csY149" fmla="*/ 191738 h 1458087"/>
              <a:gd name="csX150" fmla="*/ 3194114 w 3308032"/>
              <a:gd name="csY150" fmla="*/ 82677 h 1458087"/>
              <a:gd name="csX151" fmla="*/ 3105150 w 3308032"/>
              <a:gd name="csY151" fmla="*/ 98298 h 1458087"/>
              <a:gd name="csX152" fmla="*/ 3105150 w 3308032"/>
              <a:gd name="csY152" fmla="*/ 191643 h 1458087"/>
              <a:gd name="csX153" fmla="*/ 2957227 w 3308032"/>
              <a:gd name="csY153" fmla="*/ 191643 h 1458087"/>
              <a:gd name="csX154" fmla="*/ 2957227 w 3308032"/>
              <a:gd name="csY154" fmla="*/ 130969 h 1458087"/>
              <a:gd name="csX155" fmla="*/ 2970086 w 3308032"/>
              <a:gd name="csY155" fmla="*/ 86297 h 1458087"/>
              <a:gd name="csX156" fmla="*/ 3006757 w 3308032"/>
              <a:gd name="csY156" fmla="*/ 71438 h 1458087"/>
              <a:gd name="csX157" fmla="*/ 3029236 w 3308032"/>
              <a:gd name="csY157" fmla="*/ 74962 h 1458087"/>
              <a:gd name="csX158" fmla="*/ 3049143 w 3308032"/>
              <a:gd name="csY158" fmla="*/ 84868 h 1458087"/>
              <a:gd name="csX159" fmla="*/ 3085624 w 3308032"/>
              <a:gd name="csY159" fmla="*/ 20479 h 1458087"/>
              <a:gd name="csX160" fmla="*/ 3045429 w 3308032"/>
              <a:gd name="csY160" fmla="*/ 5048 h 1458087"/>
              <a:gd name="csX161" fmla="*/ 3003042 w 3308032"/>
              <a:gd name="csY161" fmla="*/ 0 h 1458087"/>
              <a:gd name="csX162" fmla="*/ 2903887 w 3308032"/>
              <a:gd name="csY162" fmla="*/ 34957 h 1458087"/>
              <a:gd name="csX163" fmla="*/ 2868740 w 3308032"/>
              <a:gd name="csY163" fmla="*/ 130207 h 1458087"/>
              <a:gd name="csX164" fmla="*/ 2868740 w 3308032"/>
              <a:gd name="csY164" fmla="*/ 191643 h 1458087"/>
              <a:gd name="csX165" fmla="*/ 2803970 w 3308032"/>
              <a:gd name="csY165" fmla="*/ 191643 h 1458087"/>
              <a:gd name="csX166" fmla="*/ 2803970 w 3308032"/>
              <a:gd name="csY166" fmla="*/ 260890 h 1458087"/>
              <a:gd name="csX167" fmla="*/ 2868740 w 3308032"/>
              <a:gd name="csY167" fmla="*/ 260890 h 1458087"/>
              <a:gd name="csX168" fmla="*/ 2868740 w 3308032"/>
              <a:gd name="csY168" fmla="*/ 572643 h 1458087"/>
              <a:gd name="csX169" fmla="*/ 2957322 w 3308032"/>
              <a:gd name="csY169" fmla="*/ 572643 h 1458087"/>
              <a:gd name="csX170" fmla="*/ 2957322 w 3308032"/>
              <a:gd name="csY170" fmla="*/ 260890 h 1458087"/>
              <a:gd name="csX171" fmla="*/ 3105246 w 3308032"/>
              <a:gd name="csY171" fmla="*/ 260890 h 1458087"/>
              <a:gd name="csX172" fmla="*/ 3105246 w 3308032"/>
              <a:gd name="csY172" fmla="*/ 469297 h 1458087"/>
              <a:gd name="csX173" fmla="*/ 3133535 w 3308032"/>
              <a:gd name="csY173" fmla="*/ 553022 h 1458087"/>
              <a:gd name="csX174" fmla="*/ 3218021 w 3308032"/>
              <a:gd name="csY174" fmla="*/ 581692 h 1458087"/>
              <a:gd name="csX175" fmla="*/ 3269171 w 3308032"/>
              <a:gd name="csY175" fmla="*/ 574453 h 1458087"/>
              <a:gd name="csX176" fmla="*/ 3308033 w 3308032"/>
              <a:gd name="csY176" fmla="*/ 554926 h 1458087"/>
              <a:gd name="csX177" fmla="*/ 3280505 w 3308032"/>
              <a:gd name="csY177" fmla="*/ 494633 h 1458087"/>
              <a:gd name="csX178" fmla="*/ 301181 w 3308032"/>
              <a:gd name="csY178" fmla="*/ 915543 h 1458087"/>
              <a:gd name="csX179" fmla="*/ 497300 w 3308032"/>
              <a:gd name="csY179" fmla="*/ 1449134 h 1458087"/>
              <a:gd name="csX180" fmla="*/ 399860 w 3308032"/>
              <a:gd name="csY180" fmla="*/ 1449134 h 1458087"/>
              <a:gd name="csX181" fmla="*/ 354139 w 3308032"/>
              <a:gd name="csY181" fmla="*/ 1324166 h 1458087"/>
              <a:gd name="csX182" fmla="*/ 140970 w 3308032"/>
              <a:gd name="csY182" fmla="*/ 1324166 h 1458087"/>
              <a:gd name="csX183" fmla="*/ 97441 w 3308032"/>
              <a:gd name="csY183" fmla="*/ 1449134 h 1458087"/>
              <a:gd name="csX184" fmla="*/ 0 w 3308032"/>
              <a:gd name="csY184" fmla="*/ 1449134 h 1458087"/>
              <a:gd name="csX185" fmla="*/ 197930 w 3308032"/>
              <a:gd name="csY185" fmla="*/ 915543 h 1458087"/>
              <a:gd name="csX186" fmla="*/ 301371 w 3308032"/>
              <a:gd name="csY186" fmla="*/ 915543 h 1458087"/>
              <a:gd name="csX187" fmla="*/ 329851 w 3308032"/>
              <a:gd name="csY187" fmla="*/ 1247108 h 1458087"/>
              <a:gd name="csX188" fmla="*/ 257651 w 3308032"/>
              <a:gd name="csY188" fmla="*/ 1037654 h 1458087"/>
              <a:gd name="csX189" fmla="*/ 252984 w 3308032"/>
              <a:gd name="csY189" fmla="*/ 1022795 h 1458087"/>
              <a:gd name="csX190" fmla="*/ 248317 w 3308032"/>
              <a:gd name="csY190" fmla="*/ 1006412 h 1458087"/>
              <a:gd name="csX191" fmla="*/ 246126 w 3308032"/>
              <a:gd name="csY191" fmla="*/ 1006412 h 1458087"/>
              <a:gd name="csX192" fmla="*/ 241459 w 3308032"/>
              <a:gd name="csY192" fmla="*/ 1022223 h 1458087"/>
              <a:gd name="csX193" fmla="*/ 236411 w 3308032"/>
              <a:gd name="csY193" fmla="*/ 1037654 h 1458087"/>
              <a:gd name="csX194" fmla="*/ 164973 w 3308032"/>
              <a:gd name="csY194" fmla="*/ 1247108 h 1458087"/>
              <a:gd name="csX195" fmla="*/ 329756 w 3308032"/>
              <a:gd name="csY195" fmla="*/ 1247108 h 1458087"/>
              <a:gd name="csX196" fmla="*/ 557403 w 3308032"/>
              <a:gd name="csY196" fmla="*/ 1449134 h 1458087"/>
              <a:gd name="csX197" fmla="*/ 648557 w 3308032"/>
              <a:gd name="csY197" fmla="*/ 1449134 h 1458087"/>
              <a:gd name="csX198" fmla="*/ 648557 w 3308032"/>
              <a:gd name="csY198" fmla="*/ 915543 h 1458087"/>
              <a:gd name="csX199" fmla="*/ 557403 w 3308032"/>
              <a:gd name="csY199" fmla="*/ 915543 h 1458087"/>
              <a:gd name="csX200" fmla="*/ 557403 w 3308032"/>
              <a:gd name="csY200" fmla="*/ 1449134 h 1458087"/>
              <a:gd name="csX201" fmla="*/ 1271778 w 3308032"/>
              <a:gd name="csY201" fmla="*/ 915543 h 1458087"/>
              <a:gd name="csX202" fmla="*/ 883730 w 3308032"/>
              <a:gd name="csY202" fmla="*/ 915543 h 1458087"/>
              <a:gd name="csX203" fmla="*/ 883730 w 3308032"/>
              <a:gd name="csY203" fmla="*/ 992600 h 1458087"/>
              <a:gd name="csX204" fmla="*/ 1031843 w 3308032"/>
              <a:gd name="csY204" fmla="*/ 992600 h 1458087"/>
              <a:gd name="csX205" fmla="*/ 1031843 w 3308032"/>
              <a:gd name="csY205" fmla="*/ 1449134 h 1458087"/>
              <a:gd name="csX206" fmla="*/ 1122998 w 3308032"/>
              <a:gd name="csY206" fmla="*/ 1449134 h 1458087"/>
              <a:gd name="csX207" fmla="*/ 1122998 w 3308032"/>
              <a:gd name="csY207" fmla="*/ 992600 h 1458087"/>
              <a:gd name="csX208" fmla="*/ 1271778 w 3308032"/>
              <a:gd name="csY208" fmla="*/ 992600 h 1458087"/>
              <a:gd name="csX209" fmla="*/ 1271778 w 3308032"/>
              <a:gd name="csY209" fmla="*/ 915543 h 1458087"/>
              <a:gd name="csX210" fmla="*/ 1581340 w 3308032"/>
              <a:gd name="csY210" fmla="*/ 1113854 h 1458087"/>
              <a:gd name="csX211" fmla="*/ 1633633 w 3308032"/>
              <a:gd name="csY211" fmla="*/ 1255205 h 1458087"/>
              <a:gd name="csX212" fmla="*/ 1578578 w 3308032"/>
              <a:gd name="csY212" fmla="*/ 1400842 h 1458087"/>
              <a:gd name="csX213" fmla="*/ 1433132 w 3308032"/>
              <a:gd name="csY213" fmla="*/ 1457992 h 1458087"/>
              <a:gd name="csX214" fmla="*/ 1288923 w 3308032"/>
              <a:gd name="csY214" fmla="*/ 1404747 h 1458087"/>
              <a:gd name="csX215" fmla="*/ 1235488 w 3308032"/>
              <a:gd name="csY215" fmla="*/ 1261491 h 1458087"/>
              <a:gd name="csX216" fmla="*/ 1292066 w 3308032"/>
              <a:gd name="csY216" fmla="*/ 1114711 h 1458087"/>
              <a:gd name="csX217" fmla="*/ 1438275 w 3308032"/>
              <a:gd name="csY217" fmla="*/ 1059085 h 1458087"/>
              <a:gd name="csX218" fmla="*/ 1581340 w 3308032"/>
              <a:gd name="csY218" fmla="*/ 1113758 h 1458087"/>
              <a:gd name="csX219" fmla="*/ 1542479 w 3308032"/>
              <a:gd name="csY219" fmla="*/ 1257491 h 1458087"/>
              <a:gd name="csX220" fmla="*/ 1514570 w 3308032"/>
              <a:gd name="csY220" fmla="*/ 1165955 h 1458087"/>
              <a:gd name="csX221" fmla="*/ 1436084 w 3308032"/>
              <a:gd name="csY221" fmla="*/ 1131380 h 1458087"/>
              <a:gd name="csX222" fmla="*/ 1356265 w 3308032"/>
              <a:gd name="csY222" fmla="*/ 1167098 h 1458087"/>
              <a:gd name="csX223" fmla="*/ 1326356 w 3308032"/>
              <a:gd name="csY223" fmla="*/ 1259777 h 1458087"/>
              <a:gd name="csX224" fmla="*/ 1355979 w 3308032"/>
              <a:gd name="csY224" fmla="*/ 1352455 h 1458087"/>
              <a:gd name="csX225" fmla="*/ 1436561 w 3308032"/>
              <a:gd name="csY225" fmla="*/ 1386269 h 1458087"/>
              <a:gd name="csX226" fmla="*/ 1514856 w 3308032"/>
              <a:gd name="csY226" fmla="*/ 1351312 h 1458087"/>
              <a:gd name="csX227" fmla="*/ 1542574 w 3308032"/>
              <a:gd name="csY227" fmla="*/ 1257586 h 1458087"/>
              <a:gd name="csX228" fmla="*/ 1951577 w 3308032"/>
              <a:gd name="csY228" fmla="*/ 1285399 h 1458087"/>
              <a:gd name="csX229" fmla="*/ 1926622 w 3308032"/>
              <a:gd name="csY229" fmla="*/ 1357598 h 1458087"/>
              <a:gd name="csX230" fmla="*/ 1862233 w 3308032"/>
              <a:gd name="csY230" fmla="*/ 1386269 h 1458087"/>
              <a:gd name="csX231" fmla="*/ 1805273 w 3308032"/>
              <a:gd name="csY231" fmla="*/ 1362266 h 1458087"/>
              <a:gd name="csX232" fmla="*/ 1787081 w 3308032"/>
              <a:gd name="csY232" fmla="*/ 1290638 h 1458087"/>
              <a:gd name="csX233" fmla="*/ 1787081 w 3308032"/>
              <a:gd name="csY233" fmla="*/ 1068134 h 1458087"/>
              <a:gd name="csX234" fmla="*/ 1698498 w 3308032"/>
              <a:gd name="csY234" fmla="*/ 1068134 h 1458087"/>
              <a:gd name="csX235" fmla="*/ 1698498 w 3308032"/>
              <a:gd name="csY235" fmla="*/ 1302544 h 1458087"/>
              <a:gd name="csX236" fmla="*/ 1732502 w 3308032"/>
              <a:gd name="csY236" fmla="*/ 1418463 h 1458087"/>
              <a:gd name="csX237" fmla="*/ 1833563 w 3308032"/>
              <a:gd name="csY237" fmla="*/ 1458087 h 1458087"/>
              <a:gd name="csX238" fmla="*/ 1899571 w 3308032"/>
              <a:gd name="csY238" fmla="*/ 1441514 h 1458087"/>
              <a:gd name="csX239" fmla="*/ 1949577 w 3308032"/>
              <a:gd name="csY239" fmla="*/ 1397413 h 1458087"/>
              <a:gd name="csX240" fmla="*/ 1951482 w 3308032"/>
              <a:gd name="csY240" fmla="*/ 1397413 h 1458087"/>
              <a:gd name="csX241" fmla="*/ 1951482 w 3308032"/>
              <a:gd name="csY241" fmla="*/ 1449134 h 1458087"/>
              <a:gd name="csX242" fmla="*/ 2040446 w 3308032"/>
              <a:gd name="csY242" fmla="*/ 1449134 h 1458087"/>
              <a:gd name="csX243" fmla="*/ 2040446 w 3308032"/>
              <a:gd name="csY243" fmla="*/ 1068134 h 1458087"/>
              <a:gd name="csX244" fmla="*/ 1951482 w 3308032"/>
              <a:gd name="csY244" fmla="*/ 1068134 h 1458087"/>
              <a:gd name="csX245" fmla="*/ 1951482 w 3308032"/>
              <a:gd name="csY245" fmla="*/ 1285399 h 1458087"/>
              <a:gd name="csX246" fmla="*/ 2326767 w 3308032"/>
              <a:gd name="csY246" fmla="*/ 1061466 h 1458087"/>
              <a:gd name="csX247" fmla="*/ 2266474 w 3308032"/>
              <a:gd name="csY247" fmla="*/ 1080992 h 1458087"/>
              <a:gd name="csX248" fmla="*/ 2227040 w 3308032"/>
              <a:gd name="csY248" fmla="*/ 1136999 h 1458087"/>
              <a:gd name="csX249" fmla="*/ 2225516 w 3308032"/>
              <a:gd name="csY249" fmla="*/ 1136999 h 1458087"/>
              <a:gd name="csX250" fmla="*/ 2225516 w 3308032"/>
              <a:gd name="csY250" fmla="*/ 1068134 h 1458087"/>
              <a:gd name="csX251" fmla="*/ 2136553 w 3308032"/>
              <a:gd name="csY251" fmla="*/ 1068134 h 1458087"/>
              <a:gd name="csX252" fmla="*/ 2136553 w 3308032"/>
              <a:gd name="csY252" fmla="*/ 1449134 h 1458087"/>
              <a:gd name="csX253" fmla="*/ 2225516 w 3308032"/>
              <a:gd name="csY253" fmla="*/ 1449134 h 1458087"/>
              <a:gd name="csX254" fmla="*/ 2225516 w 3308032"/>
              <a:gd name="csY254" fmla="*/ 1260824 h 1458087"/>
              <a:gd name="csX255" fmla="*/ 2249138 w 3308032"/>
              <a:gd name="csY255" fmla="*/ 1172623 h 1458087"/>
              <a:gd name="csX256" fmla="*/ 2311051 w 3308032"/>
              <a:gd name="csY256" fmla="*/ 1139095 h 1458087"/>
              <a:gd name="csX257" fmla="*/ 2334292 w 3308032"/>
              <a:gd name="csY257" fmla="*/ 1141476 h 1458087"/>
              <a:gd name="csX258" fmla="*/ 2356104 w 3308032"/>
              <a:gd name="csY258" fmla="*/ 1147953 h 1458087"/>
              <a:gd name="csX259" fmla="*/ 2379917 w 3308032"/>
              <a:gd name="csY259" fmla="*/ 1072039 h 1458087"/>
              <a:gd name="csX260" fmla="*/ 2353532 w 3308032"/>
              <a:gd name="csY260" fmla="*/ 1063466 h 1458087"/>
              <a:gd name="csX261" fmla="*/ 2326767 w 3308032"/>
              <a:gd name="csY261" fmla="*/ 1061276 h 1458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</a:cxnLst>
            <a:rect l="l" t="t" r="r" b="b"/>
            <a:pathLst>
              <a:path w="3308032" h="1458087">
                <a:moveTo>
                  <a:pt x="542449" y="193548"/>
                </a:moveTo>
                <a:cubicBezTo>
                  <a:pt x="542830" y="180499"/>
                  <a:pt x="543116" y="165735"/>
                  <a:pt x="543401" y="149066"/>
                </a:cubicBezTo>
                <a:lnTo>
                  <a:pt x="541211" y="149066"/>
                </a:lnTo>
                <a:cubicBezTo>
                  <a:pt x="539020" y="156496"/>
                  <a:pt x="536829" y="162973"/>
                  <a:pt x="534924" y="168593"/>
                </a:cubicBezTo>
                <a:cubicBezTo>
                  <a:pt x="532924" y="174212"/>
                  <a:pt x="530733" y="180118"/>
                  <a:pt x="528257" y="186309"/>
                </a:cubicBezTo>
                <a:lnTo>
                  <a:pt x="374618" y="572929"/>
                </a:lnTo>
                <a:lnTo>
                  <a:pt x="310229" y="572929"/>
                </a:lnTo>
                <a:lnTo>
                  <a:pt x="155448" y="189738"/>
                </a:lnTo>
                <a:cubicBezTo>
                  <a:pt x="153448" y="184023"/>
                  <a:pt x="151447" y="178308"/>
                  <a:pt x="149352" y="172402"/>
                </a:cubicBezTo>
                <a:cubicBezTo>
                  <a:pt x="147257" y="166592"/>
                  <a:pt x="144589" y="158782"/>
                  <a:pt x="141351" y="149162"/>
                </a:cubicBezTo>
                <a:lnTo>
                  <a:pt x="139160" y="149162"/>
                </a:lnTo>
                <a:cubicBezTo>
                  <a:pt x="139637" y="164592"/>
                  <a:pt x="140018" y="180118"/>
                  <a:pt x="140303" y="195834"/>
                </a:cubicBezTo>
                <a:cubicBezTo>
                  <a:pt x="140589" y="211550"/>
                  <a:pt x="140684" y="228505"/>
                  <a:pt x="140684" y="246602"/>
                </a:cubicBezTo>
                <a:lnTo>
                  <a:pt x="140684" y="572929"/>
                </a:lnTo>
                <a:lnTo>
                  <a:pt x="55817" y="572929"/>
                </a:lnTo>
                <a:lnTo>
                  <a:pt x="55817" y="39338"/>
                </a:lnTo>
                <a:lnTo>
                  <a:pt x="185642" y="39338"/>
                </a:lnTo>
                <a:lnTo>
                  <a:pt x="322231" y="383477"/>
                </a:lnTo>
                <a:cubicBezTo>
                  <a:pt x="327470" y="396145"/>
                  <a:pt x="331565" y="406908"/>
                  <a:pt x="334709" y="415671"/>
                </a:cubicBezTo>
                <a:cubicBezTo>
                  <a:pt x="337852" y="424434"/>
                  <a:pt x="340805" y="434245"/>
                  <a:pt x="343853" y="444913"/>
                </a:cubicBezTo>
                <a:lnTo>
                  <a:pt x="346043" y="444913"/>
                </a:lnTo>
                <a:cubicBezTo>
                  <a:pt x="350520" y="433007"/>
                  <a:pt x="354520" y="422243"/>
                  <a:pt x="358140" y="412528"/>
                </a:cubicBezTo>
                <a:cubicBezTo>
                  <a:pt x="361760" y="402812"/>
                  <a:pt x="365474" y="392811"/>
                  <a:pt x="369475" y="382429"/>
                </a:cubicBezTo>
                <a:lnTo>
                  <a:pt x="507873" y="39338"/>
                </a:lnTo>
                <a:lnTo>
                  <a:pt x="632555" y="39338"/>
                </a:lnTo>
                <a:lnTo>
                  <a:pt x="632555" y="572929"/>
                </a:lnTo>
                <a:lnTo>
                  <a:pt x="542163" y="572929"/>
                </a:lnTo>
                <a:lnTo>
                  <a:pt x="542163" y="234315"/>
                </a:lnTo>
                <a:cubicBezTo>
                  <a:pt x="542163" y="220218"/>
                  <a:pt x="542354" y="206597"/>
                  <a:pt x="542735" y="193548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100000">
                <a:srgbClr val="BCDFF2"/>
              </a:gs>
              <a:gs pos="3000">
                <a:srgbClr val="C5B4E3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323006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1"/>
            <a:ext cx="5029200" cy="1107996"/>
          </a:xfrm>
          <a:noFill/>
        </p:spPr>
        <p:txBody>
          <a:bodyPr vert="horz" wrap="square" lIns="0" tIns="0" rIns="0" bIns="0" rtlCol="0" anchor="b" anchorCtr="0">
            <a:spAutoFit/>
          </a:bodyPr>
          <a:lstStyle>
            <a:lvl1pPr>
              <a:defRPr lang="en-US" sz="4000" b="0" kern="1200" cap="none" spc="-50" baseline="0" dirty="0">
                <a:ln w="3175">
                  <a:noFill/>
                </a:ln>
                <a:solidFill>
                  <a:srgbClr val="8DC8E8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200" y="3962399"/>
            <a:ext cx="50292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lang="en-US" sz="1800" kern="1200" spc="0" baseline="0" dirty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47351AD9-8B4D-47E6-CC23-97A807802005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97913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2" name="MS logo white - EMF" descr="Microsoft logo white text version">
            <a:extLst>
              <a:ext uri="{FF2B5EF4-FFF2-40B4-BE49-F238E27FC236}">
                <a16:creationId xmlns:a16="http://schemas.microsoft.com/office/drawing/2014/main" id="{74FE235F-02A3-CF25-8716-2552AE84423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0971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41492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26461658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8604303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282074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4793915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07CBEB8-AFEF-362F-CB36-DC00FA4C6C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01490282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52044051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7925665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36486421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29592201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6309365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73122349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- 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5C9167-B5C7-4834-AC78-240C8C3EF1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8963"/>
            <a:ext cx="4158362" cy="2535236"/>
          </a:xfrm>
        </p:spPr>
        <p:txBody>
          <a:bodyPr anchor="b"/>
          <a:lstStyle>
            <a:lvl1pPr>
              <a:defRPr/>
            </a:lvl1pPr>
          </a:lstStyle>
          <a:p>
            <a:r>
              <a:rPr lang="en-US"/>
              <a:t>Title square photo layout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780C89-4FC1-4FE7-AFCA-1C41A1B0944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4200" y="3535540"/>
            <a:ext cx="4162425" cy="2733497"/>
          </a:xfrm>
        </p:spPr>
        <p:txBody>
          <a:bodyPr/>
          <a:lstStyle>
            <a:lvl1pPr marL="0" indent="0">
              <a:buNone/>
              <a:defRPr sz="2200">
                <a:latin typeface="+mn-lt"/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61988" indent="0">
              <a:buNone/>
              <a:defRPr/>
            </a:lvl4pPr>
            <a:lvl5pPr marL="855663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E18FD0C-FA99-4937-92CD-5CF7F279CD8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6BDF4B0-32EF-4DA8-9A83-B73DD8310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5177231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7" orient="horz" pos="1968">
          <p15:clr>
            <a:srgbClr val="5ACBF0"/>
          </p15:clr>
        </p15:guide>
        <p15:guide id="8" orient="horz" pos="2226">
          <p15:clr>
            <a:srgbClr val="5ACBF0"/>
          </p15:clr>
        </p15:guide>
        <p15:guide id="10" pos="3729">
          <p15:clr>
            <a:srgbClr val="C35EA4"/>
          </p15:clr>
        </p15:guide>
        <p15:guide id="11" pos="2993">
          <p15:clr>
            <a:srgbClr val="5ACBF0"/>
          </p15:clr>
        </p15:guide>
        <p15:guide id="12" pos="3543">
          <p15:clr>
            <a:srgbClr val="A4A3A4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B92DE97-5F35-4963-AC7A-96FEB98062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4159950" cy="5683249"/>
          </a:xfrm>
        </p:spPr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A09A47B-FEF5-47F3-B2DD-A73E7C3234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64226294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5" orient="horz" pos="2160">
          <p15:clr>
            <a:srgbClr val="5ACBF0"/>
          </p15:clr>
        </p15:guide>
        <p15:guide id="6" pos="2991">
          <p15:clr>
            <a:srgbClr val="5ACBF0"/>
          </p15:clr>
        </p15:guide>
        <p15:guide id="7" pos="3728">
          <p15:clr>
            <a:srgbClr val="C35EA4"/>
          </p15:clr>
        </p15:guide>
        <p15:guide id="8" pos="3544">
          <p15:clr>
            <a:srgbClr val="A4A3A4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quare Phot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4E2C6C6-B442-4DE7-9C6C-405B9005314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2979738"/>
            <a:ext cx="4163125" cy="3289300"/>
          </a:xfrm>
        </p:spPr>
        <p:txBody>
          <a:bodyPr anchor="t"/>
          <a:lstStyle>
            <a:lvl1pPr>
              <a:defRPr sz="2800"/>
            </a:lvl1pPr>
          </a:lstStyle>
          <a:p>
            <a:r>
              <a:rPr lang="en-US"/>
              <a:t>Square photo layout with smaller text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3EBEAA94-C151-43DE-8A5A-09E8A930427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5334000" y="0"/>
            <a:ext cx="6858000" cy="6858000"/>
          </a:xfrm>
          <a:blipFill>
            <a:blip r:embed="rId2"/>
            <a:stretch>
              <a:fillRect/>
            </a:stretch>
          </a:blipFill>
        </p:spPr>
        <p:txBody>
          <a:bodyPr lIns="0" tIns="2377440" rIns="0" anchor="t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14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2F1290-9237-4BEE-AAAC-6708F28626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65264823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pos="3360">
          <p15:clr>
            <a:srgbClr val="5ACBF0"/>
          </p15:clr>
        </p15:guide>
        <p15:guide id="3" orient="horz" pos="1877">
          <p15:clr>
            <a:srgbClr val="5ACBF0"/>
          </p15:clr>
        </p15:guide>
        <p15:guide id="4" pos="3731">
          <p15:clr>
            <a:srgbClr val="C35EA4"/>
          </p15:clr>
        </p15:guide>
        <p15:guide id="5" pos="2993">
          <p15:clr>
            <a:srgbClr val="5ACBF0"/>
          </p15:clr>
        </p15:guide>
        <p15:guide id="6" pos="3547">
          <p15:clr>
            <a:srgbClr val="A4A3A4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ower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/>
          </p:nvPr>
        </p:nvSpPr>
        <p:spPr bwMode="ltGray">
          <a:xfrm>
            <a:off x="0" y="3657600"/>
            <a:ext cx="12192000" cy="3200400"/>
          </a:xfrm>
          <a:gradFill flip="none" rotWithShape="1">
            <a:gsLst>
              <a:gs pos="4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</p:spPr>
        <p:txBody>
          <a:bodyPr lIns="585216" tIns="585216" rIns="585216" bIns="585216" anchor="b" anchorCtr="0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F619C2-B134-493A-AB9F-5DE39C9299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34353198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304">
          <p15:clr>
            <a:srgbClr val="5ACBF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lef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-3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0" scaled="1"/>
            <a:tileRect/>
          </a:gradFill>
        </p:spPr>
        <p:txBody>
          <a:bodyPr lIns="585216" tIns="585216" rIns="585216" bIns="585216" anchor="ctr">
            <a:noAutofit/>
          </a:bodyPr>
          <a:lstStyle>
            <a:lvl1pPr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D4894F6-B50F-43E1-83FC-4F2200B2F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76525697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3576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hoto full bleed righ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icture Placeholder 7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A608AEF-BE66-4029-BA63-DA15E89C3291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 bwMode="ltGray">
          <a:xfrm>
            <a:off x="0" y="0"/>
            <a:ext cx="12192000" cy="6858000"/>
          </a:xfrm>
          <a:blipFill>
            <a:blip r:embed="rId2"/>
            <a:stretch>
              <a:fillRect/>
            </a:stretch>
          </a:blipFill>
        </p:spPr>
        <p:txBody>
          <a:bodyPr wrap="none" bIns="1554480" anchor="ctr">
            <a:noAutofit/>
          </a:bodyPr>
          <a:lstStyle>
            <a:lvl1pPr marL="0" indent="0" algn="ctr">
              <a:buNone/>
              <a:defRPr sz="1400" b="1">
                <a:solidFill>
                  <a:srgbClr val="000000"/>
                </a:solidFill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E033AC47-6988-4AF2-AB7A-F400B9B8392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ltGray">
          <a:xfrm>
            <a:off x="6522720" y="0"/>
            <a:ext cx="5669280" cy="6858000"/>
          </a:xfrm>
          <a:gradFill flip="none" rotWithShape="1">
            <a:gsLst>
              <a:gs pos="50000">
                <a:srgbClr val="000000">
                  <a:alpha val="70000"/>
                </a:srgbClr>
              </a:gs>
              <a:gs pos="100000">
                <a:srgbClr val="000000">
                  <a:alpha val="0"/>
                </a:srgbClr>
              </a:gs>
            </a:gsLst>
            <a:lin ang="10800000" scaled="1"/>
            <a:tileRect/>
          </a:gradFill>
          <a:ln>
            <a:noFill/>
          </a:ln>
        </p:spPr>
        <p:txBody>
          <a:bodyPr lIns="585216" tIns="585216" rIns="585216" bIns="585216" anchor="ctr">
            <a:noAutofit/>
          </a:bodyPr>
          <a:lstStyle>
            <a:lvl1pPr algn="r">
              <a:defRPr sz="3600" spc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</a:t>
            </a:r>
            <a:br>
              <a:rPr lang="en-US"/>
            </a:br>
            <a:r>
              <a:rPr lang="en-US"/>
              <a:t>Master title style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629011D-E3B4-416F-9D7F-7A99AE49F6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7308441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7" pos="4105">
          <p15:clr>
            <a:srgbClr val="5ACBF0"/>
          </p15:clr>
        </p15:guide>
        <p15:guide id="8" orient="horz" pos="2160">
          <p15:clr>
            <a:srgbClr val="5ACBF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op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01E45-D858-46CB-8C37-2ADA7A8B4F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157216"/>
            <a:ext cx="11018520" cy="1111822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0" y="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28016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A996C37-D0C9-4349-A860-B639C4EB9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79576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2880">
          <p15:clr>
            <a:srgbClr val="5ACBF0"/>
          </p15:clr>
        </p15:guide>
        <p15:guide id="6" orient="horz" pos="3600">
          <p15:clr>
            <a:srgbClr val="5ACBF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ttom horizontal photo and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5563AC-3A0B-4839-A9DC-F00E8E5411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4996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EB5B31F-7AD9-4BC6-8D61-62AD8011666E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 bwMode="ltGray">
          <a:xfrm>
            <a:off x="-2381" y="2286000"/>
            <a:ext cx="12192000" cy="457200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1371600" rIns="0" bIns="0" rtlCol="0" anchor="t" anchorCtr="0">
            <a:noAutofit/>
          </a:bodyPr>
          <a:lstStyle>
            <a:lvl1pPr marL="0" indent="0" algn="ctr">
              <a:buNone/>
              <a:defRPr lang="en-US" sz="14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D6FDE6F-0F4B-446A-A51F-494FB09966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0143176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5" orient="horz" pos="1440">
          <p15:clr>
            <a:srgbClr val="5ACBF0"/>
          </p15:clr>
        </p15:guide>
        <p15:guide id="6" orient="horz" pos="720">
          <p15:clr>
            <a:srgbClr val="5ACBF0"/>
          </p15:clr>
        </p15:guide>
      </p15:sldGuideLst>
    </p:ext>
  </p:extLs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027DCA08-1117-4B11-AEFD-AAB2B33543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199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5367528" cy="3474720"/>
          </a:xfrm>
          <a:blipFill>
            <a:blip r:embed="rId2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1860" y="5689600"/>
            <a:ext cx="5367528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39255" y="2025650"/>
            <a:ext cx="5367528" cy="3474720"/>
          </a:xfrm>
          <a:blipFill>
            <a:blip r:embed="rId3"/>
            <a:stretch>
              <a:fillRect/>
            </a:stretch>
          </a:blipFill>
        </p:spPr>
        <p:txBody>
          <a:bodyPr vert="horz" wrap="square" lIns="0" tIns="0" rIns="0" bIns="1005840" rtlCol="0" anchor="ctr" anchorCtr="0">
            <a:noAutofit/>
          </a:bodyPr>
          <a:lstStyle>
            <a:lvl1pPr marL="0" indent="0" algn="ctr">
              <a:buNone/>
              <a:defRPr lang="en-US" sz="1000" b="1" dirty="0">
                <a:solidFill>
                  <a:srgbClr val="000000"/>
                </a:solidFill>
              </a:defRPr>
            </a:lvl1pPr>
          </a:lstStyle>
          <a:p>
            <a:pPr marL="228600" lvl="0" indent="-228600" algn="ctr"/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AF59E09-7602-42B9-AB0C-9D1365A9EB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2754542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3749">
          <p15:clr>
            <a:srgbClr val="5ACBF0"/>
          </p15:clr>
        </p15:guide>
        <p15:guide id="7" pos="3931">
          <p15:clr>
            <a:srgbClr val="5ACBF0"/>
          </p15:clr>
        </p15:guide>
        <p15:guide id="8" orient="horz" pos="3464">
          <p15:clr>
            <a:srgbClr val="5ACBF0"/>
          </p15:clr>
        </p15:guide>
      </p15:sldGuideLst>
    </p:ext>
  </p:extLs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3474720" cy="3474720"/>
          </a:xfrm>
          <a:blipFill>
            <a:blip r:embed="rId2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58640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358640" y="2025650"/>
            <a:ext cx="3474720" cy="3474720"/>
          </a:xfrm>
          <a:blipFill>
            <a:blip r:embed="rId3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4351" y="5689600"/>
            <a:ext cx="3475037" cy="579438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32063" y="2025650"/>
            <a:ext cx="3474720" cy="3474720"/>
          </a:xfrm>
          <a:blipFill>
            <a:blip r:embed="rId4"/>
            <a:stretch>
              <a:fillRect/>
            </a:stretch>
          </a:blipFill>
        </p:spPr>
        <p:txBody>
          <a:bodyPr lIns="0" tIns="0" rIns="0" bIns="100584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B36921-D927-4BA6-8891-8AEE978492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339366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3584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557">
          <p15:clr>
            <a:srgbClr val="5ACBF0"/>
          </p15:clr>
        </p15:guide>
        <p15:guide id="7" pos="2744">
          <p15:clr>
            <a:srgbClr val="5ACBF0"/>
          </p15:clr>
        </p15:guide>
        <p15:guide id="8" pos="4936">
          <p15:clr>
            <a:srgbClr val="5ACBF0"/>
          </p15:clr>
        </p15:guide>
        <p15:guide id="9" pos="5123">
          <p15:clr>
            <a:srgbClr val="5ACBF0"/>
          </p15:clr>
        </p15:guide>
        <p15:guide id="10" orient="horz" pos="3465">
          <p15:clr>
            <a:srgbClr val="5ACBF0"/>
          </p15:clr>
        </p15:guide>
      </p15:sldGuideLst>
    </p:ext>
  </p:extLs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pictu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98323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833B58-0629-4A46-8711-902C16A9931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2613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1231301F-62BD-4CF6-8990-CDF00AFC8CC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582612" y="2025650"/>
            <a:ext cx="2532888" cy="253288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7E8A9C08-F392-459F-B90B-EDBF4A830C5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908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E401A97-B3D4-43E4-9B09-8AD4B6B2606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413908" y="2025650"/>
            <a:ext cx="2532888" cy="253288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05B401B2-8D93-427E-90A4-52337B3965E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5204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223C820-5673-4288-A9D6-185A95066B1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245204" y="2025650"/>
            <a:ext cx="2532888" cy="2532888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38E883C1-8203-4549-AF30-B96AEC45AC6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6500" y="4753938"/>
            <a:ext cx="2532888" cy="1515100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BBD58C33-921C-42F1-9803-1C798DB548C2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073895" y="2025650"/>
            <a:ext cx="2532888" cy="2532888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5CF56B00-AAD4-4F4F-8228-B6CF8367DE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5940904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2993">
          <p15:clr>
            <a:srgbClr val="5ACBF0"/>
          </p15:clr>
        </p15:guide>
        <p15:guide id="4" orient="horz" pos="127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2870">
          <p15:clr>
            <a:srgbClr val="5ACBF0"/>
          </p15:clr>
        </p15:guide>
      </p15:sldGuideLst>
    </p:ext>
  </p:extLs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5334000"/>
            <a:ext cx="4892040" cy="9350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6062472" cy="2807208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714744" y="5334000"/>
            <a:ext cx="4892040" cy="938212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6129528" y="2286000"/>
            <a:ext cx="6062472" cy="2807208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8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AAE597A-BE1E-6B1F-960D-A90DC95443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6435983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4" orient="horz" pos="3209">
          <p15:clr>
            <a:srgbClr val="5ACBF0"/>
          </p15:clr>
        </p15:guide>
        <p15:guide id="5" pos="3826">
          <p15:clr>
            <a:srgbClr val="5ACBF0"/>
          </p15:clr>
        </p15:guide>
        <p15:guide id="6" pos="3859">
          <p15:clr>
            <a:srgbClr val="5ACBF0"/>
          </p15:clr>
        </p15:guide>
        <p15:guide id="11" pos="1910">
          <p15:clr>
            <a:srgbClr val="5ACBF0"/>
          </p15:clr>
        </p15:guide>
        <p15:guide id="12" pos="5770">
          <p15:clr>
            <a:srgbClr val="5ACBF0"/>
          </p15:clr>
        </p15:guide>
        <p15:guide id="13" orient="horz" pos="3360">
          <p15:clr>
            <a:srgbClr val="5ACBF0"/>
          </p15:clr>
        </p15:guide>
        <p15:guide id="14" orient="horz">
          <p15:clr>
            <a:srgbClr val="5ACBF0"/>
          </p15:clr>
        </p15:guide>
        <p15:guide id="15" pos="3451">
          <p15:clr>
            <a:srgbClr val="5ACBF0"/>
          </p15:clr>
        </p15:guide>
        <p15:guide id="16" pos="4229">
          <p15:clr>
            <a:srgbClr val="5ACBF0"/>
          </p15:clr>
        </p15:guide>
      </p15:sldGuideLst>
    </p:ext>
  </p:extLs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285292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4023360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69536" y="4799409"/>
            <a:ext cx="285292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4084320" y="2286000"/>
            <a:ext cx="4023360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753856" y="4799410"/>
            <a:ext cx="285292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8168640" y="2286000"/>
            <a:ext cx="4023360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2B999C7-F5A8-46A6-92C5-AA3BE4E2693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110247878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2534">
          <p15:clr>
            <a:srgbClr val="5ACBF0"/>
          </p15:clr>
        </p15:guide>
        <p15:guide id="6" pos="2573">
          <p15:clr>
            <a:srgbClr val="5ACBF0"/>
          </p15:clr>
        </p15:guide>
        <p15:guide id="8" pos="5109">
          <p15:clr>
            <a:srgbClr val="5ACBF0"/>
          </p15:clr>
        </p15:guide>
        <p15:guide id="9" pos="5145">
          <p15:clr>
            <a:srgbClr val="5ACBF0"/>
          </p15:clr>
        </p15:guide>
        <p15:guide id="11" pos="1266">
          <p15:clr>
            <a:srgbClr val="5ACBF0"/>
          </p15:clr>
        </p15:guide>
        <p15:guide id="12" pos="3840">
          <p15:clr>
            <a:srgbClr val="5ACBF0"/>
          </p15:clr>
        </p15:guide>
        <p15:guide id="13" pos="6414">
          <p15:clr>
            <a:srgbClr val="5ACBF0"/>
          </p15:clr>
        </p15:guide>
        <p15:guide id="14" orient="horz" pos="1074">
          <p15:clr>
            <a:srgbClr val="5ACBF0"/>
          </p15:clr>
        </p15:guide>
        <p15:guide id="15" pos="2168">
          <p15:clr>
            <a:srgbClr val="5ACBF0"/>
          </p15:clr>
        </p15:guide>
        <p15:guide id="16" pos="2944">
          <p15:clr>
            <a:srgbClr val="5ACBF0"/>
          </p15:clr>
        </p15:guide>
        <p15:guide id="17" pos="4738">
          <p15:clr>
            <a:srgbClr val="5ACBF0"/>
          </p15:clr>
        </p15:guide>
        <p15:guide id="18" pos="5514">
          <p15:clr>
            <a:srgbClr val="5ACBF0"/>
          </p15:clr>
        </p15:guide>
      </p15:sldGuideLst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6" y="4800600"/>
            <a:ext cx="1828800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999232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649472" y="4799409"/>
            <a:ext cx="1828800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3064256" y="2286000"/>
            <a:ext cx="2999232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713728" y="4799410"/>
            <a:ext cx="1828800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6128512" y="2286000"/>
            <a:ext cx="2999232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777984" y="4799409"/>
            <a:ext cx="1828800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9192768" y="2286000"/>
            <a:ext cx="2999232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222886318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5" pos="1890">
          <p15:clr>
            <a:srgbClr val="5ACBF0"/>
          </p15:clr>
        </p15:guide>
        <p15:guide id="6" pos="1930">
          <p15:clr>
            <a:srgbClr val="5ACBF0"/>
          </p15:clr>
        </p15:guide>
        <p15:guide id="7" pos="5749">
          <p15:clr>
            <a:srgbClr val="5ACBF0"/>
          </p15:clr>
        </p15:guide>
        <p15:guide id="8" pos="3820">
          <p15:clr>
            <a:srgbClr val="5ACBF0"/>
          </p15:clr>
        </p15:guide>
        <p15:guide id="9" pos="3860">
          <p15:clr>
            <a:srgbClr val="5ACBF0"/>
          </p15:clr>
        </p15:guide>
        <p15:guide id="10" pos="5789">
          <p15:clr>
            <a:srgbClr val="5ACBF0"/>
          </p15:clr>
        </p15:guide>
        <p15:guide id="11" pos="944">
          <p15:clr>
            <a:srgbClr val="5ACBF0"/>
          </p15:clr>
        </p15:guide>
        <p15:guide id="12" pos="2876">
          <p15:clr>
            <a:srgbClr val="5ACBF0"/>
          </p15:clr>
        </p15:guide>
        <p15:guide id="13" pos="4807">
          <p15:clr>
            <a:srgbClr val="5ACBF0"/>
          </p15:clr>
        </p15:guide>
        <p15:guide id="14" pos="6736">
          <p15:clr>
            <a:srgbClr val="5ACBF0"/>
          </p15:clr>
        </p15:guide>
        <p15:guide id="15" orient="horz">
          <p15:clr>
            <a:srgbClr val="5ACBF0"/>
          </p15:clr>
        </p15:guide>
        <p15:guide id="16" pos="1524">
          <p15:clr>
            <a:srgbClr val="5ACBF0"/>
          </p15:clr>
        </p15:guide>
        <p15:guide id="17" pos="2298">
          <p15:clr>
            <a:srgbClr val="5ACBF0"/>
          </p15:clr>
        </p15:guide>
        <p15:guide id="18" pos="3450">
          <p15:clr>
            <a:srgbClr val="5ACBF0"/>
          </p15:clr>
        </p15:guide>
        <p15:guide id="19" pos="4230">
          <p15:clr>
            <a:srgbClr val="5ACBF0"/>
          </p15:clr>
        </p15:guide>
        <p15:guide id="20" pos="5380">
          <p15:clr>
            <a:srgbClr val="5ACBF0"/>
          </p15:clr>
        </p15:guide>
        <p15:guide id="21" pos="6156">
          <p15:clr>
            <a:srgbClr val="5ACBF0"/>
          </p15:clr>
        </p15:guide>
      </p15:sldGuideLst>
    </p:ext>
  </p:extLs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filmstrip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C46CB2-4FDC-43D5-B122-6F27B3C827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5788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9244E618-D996-41A6-8C9D-0C3519EA7A6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92608" y="4800600"/>
            <a:ext cx="1801368" cy="1468437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8B32544F-F93C-4713-86AD-641424F4A7B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 bwMode="ltGray">
          <a:xfrm>
            <a:off x="0" y="2286000"/>
            <a:ext cx="2386584" cy="2286000"/>
          </a:xfrm>
          <a:blipFill>
            <a:blip r:embed="rId2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9E4C32BD-CEF7-42AC-94D8-052EF30E236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743962" y="4799409"/>
            <a:ext cx="1801368" cy="1472803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25EC377-3BC6-40D8-AECB-4FEB302014CD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 bwMode="ltGray">
          <a:xfrm>
            <a:off x="2451354" y="2286000"/>
            <a:ext cx="2386584" cy="2286000"/>
          </a:xfrm>
          <a:blipFill>
            <a:blip r:embed="rId3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D682B8EC-8F33-4730-BBE6-E8B7234C9C6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195316" y="4799410"/>
            <a:ext cx="1801368" cy="146962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DB5F15A-5980-40FF-9D54-3FDE41D604AE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 bwMode="ltGray">
          <a:xfrm>
            <a:off x="4902708" y="2286000"/>
            <a:ext cx="2386584" cy="2286000"/>
          </a:xfrm>
          <a:blipFill>
            <a:blip r:embed="rId4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18" name="Text Placeholder 3">
            <a:extLst>
              <a:ext uri="{FF2B5EF4-FFF2-40B4-BE49-F238E27FC236}">
                <a16:creationId xmlns:a16="http://schemas.microsoft.com/office/drawing/2014/main" id="{83564109-638C-44E2-AE84-46B44C29FD6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646670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713AAE36-2045-4D14-87DC-59D4EFCC1500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 bwMode="ltGray">
          <a:xfrm>
            <a:off x="7354062" y="2286000"/>
            <a:ext cx="2386584" cy="2286000"/>
          </a:xfrm>
          <a:blipFill>
            <a:blip r:embed="rId5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21" name="Text Placeholder 3">
            <a:extLst>
              <a:ext uri="{FF2B5EF4-FFF2-40B4-BE49-F238E27FC236}">
                <a16:creationId xmlns:a16="http://schemas.microsoft.com/office/drawing/2014/main" id="{5B1B6F72-F14C-40F1-8B29-8620AA34DC63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10098024" y="4799409"/>
            <a:ext cx="1801368" cy="1469629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2AD682C7-20D7-4ED0-99A7-C8530DAC8612}"/>
              </a:ext>
            </a:extLst>
          </p:cNvPr>
          <p:cNvSpPr>
            <a:spLocks noGrp="1"/>
          </p:cNvSpPr>
          <p:nvPr>
            <p:ph type="pic" sz="quarter" idx="21" hasCustomPrompt="1"/>
          </p:nvPr>
        </p:nvSpPr>
        <p:spPr bwMode="ltGray">
          <a:xfrm>
            <a:off x="9805416" y="2286000"/>
            <a:ext cx="2386584" cy="2286000"/>
          </a:xfrm>
          <a:blipFill>
            <a:blip r:embed="rId6"/>
            <a:stretch>
              <a:fillRect/>
            </a:stretch>
          </a:blipFill>
        </p:spPr>
        <p:txBody>
          <a:bodyPr lIns="0" tIns="0" rIns="0" bIns="73152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Dag &amp; drop your photo here </a:t>
            </a:r>
            <a:br>
              <a:rPr lang="en-US"/>
            </a:br>
            <a:r>
              <a:rPr lang="en-US"/>
              <a:t>or click or tap icon below </a:t>
            </a:r>
            <a:br>
              <a:rPr lang="en-US"/>
            </a:br>
            <a:r>
              <a:rPr lang="en-US"/>
              <a:t>to insert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2FE569B-F817-467C-8BAC-558CE9824D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58037413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1440">
          <p15:clr>
            <a:srgbClr val="5ACBF0"/>
          </p15:clr>
        </p15:guide>
        <p15:guide id="3" orient="horz" pos="2880">
          <p15:clr>
            <a:srgbClr val="5ACBF0"/>
          </p15:clr>
        </p15:guide>
        <p15:guide id="4" orient="horz" pos="3024">
          <p15:clr>
            <a:srgbClr val="5ACBF0"/>
          </p15:clr>
        </p15:guide>
        <p15:guide id="8" pos="4631">
          <p15:clr>
            <a:srgbClr val="5ACBF0"/>
          </p15:clr>
        </p15:guide>
        <p15:guide id="9" pos="4593">
          <p15:clr>
            <a:srgbClr val="5ACBF0"/>
          </p15:clr>
        </p15:guide>
        <p15:guide id="10" pos="6134">
          <p15:clr>
            <a:srgbClr val="5ACBF0"/>
          </p15:clr>
        </p15:guide>
        <p15:guide id="11" pos="1323">
          <p15:clr>
            <a:srgbClr val="5ACBF0"/>
          </p15:clr>
        </p15:guide>
        <p15:guide id="12" pos="2865">
          <p15:clr>
            <a:srgbClr val="5ACBF0"/>
          </p15:clr>
        </p15:guide>
        <p15:guide id="13" pos="4815">
          <p15:clr>
            <a:srgbClr val="5ACBF0"/>
          </p15:clr>
        </p15:guide>
        <p15:guide id="14" pos="6361">
          <p15:clr>
            <a:srgbClr val="5ACBF0"/>
          </p15:clr>
        </p15:guide>
        <p15:guide id="15" orient="horz">
          <p15:clr>
            <a:srgbClr val="5ACBF0"/>
          </p15:clr>
        </p15:guide>
        <p15:guide id="16" pos="1727">
          <p15:clr>
            <a:srgbClr val="5ACBF0"/>
          </p15:clr>
        </p15:guide>
        <p15:guide id="17" pos="2294">
          <p15:clr>
            <a:srgbClr val="5ACBF0"/>
          </p15:clr>
        </p15:guide>
        <p15:guide id="18" pos="3273">
          <p15:clr>
            <a:srgbClr val="5ACBF0"/>
          </p15:clr>
        </p15:guide>
        <p15:guide id="19" pos="4411">
          <p15:clr>
            <a:srgbClr val="5ACBF0"/>
          </p15:clr>
        </p15:guide>
        <p15:guide id="21" pos="6179">
          <p15:clr>
            <a:srgbClr val="5ACBF0"/>
          </p15:clr>
        </p15:guide>
        <p15:guide id="22" pos="1501">
          <p15:clr>
            <a:srgbClr val="5ACBF0"/>
          </p15:clr>
        </p15:guide>
        <p15:guide id="23" pos="1543">
          <p15:clr>
            <a:srgbClr val="5ACBF0"/>
          </p15:clr>
        </p15:guide>
        <p15:guide id="24" pos="3049">
          <p15:clr>
            <a:srgbClr val="5ACBF0"/>
          </p15:clr>
        </p15:guide>
        <p15:guide id="25" pos="3088">
          <p15:clr>
            <a:srgbClr val="5ACBF0"/>
          </p15:clr>
        </p15:guide>
        <p15:guide id="26" pos="5954">
          <p15:clr>
            <a:srgbClr val="5ACBF0"/>
          </p15:clr>
        </p15:guide>
        <p15:guide id="27" pos="3840">
          <p15:clr>
            <a:srgbClr val="5ACBF0"/>
          </p15:clr>
        </p15:guide>
        <p15:guide id="28" pos="5386">
          <p15:clr>
            <a:srgbClr val="5ACBF0"/>
          </p15:clr>
        </p15:guide>
        <p15:guide id="29" pos="753">
          <p15:clr>
            <a:srgbClr val="5ACBF0"/>
          </p15:clr>
        </p15:guide>
        <p15:guide id="30" pos="6927">
          <p15:clr>
            <a:srgbClr val="5ACBF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8962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2037906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2037906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4939284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939284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7840663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840663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6AFB7A-35B4-4881-AB50-D112482166B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97461767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3840">
          <p15:clr>
            <a:srgbClr val="5ACBF0"/>
          </p15:clr>
        </p15:guide>
        <p15:guide id="4" pos="1283">
          <p15:clr>
            <a:srgbClr val="5ACBF0"/>
          </p15:clr>
        </p15:guide>
        <p15:guide id="5" pos="5666">
          <p15:clr>
            <a:srgbClr val="5ACBF0"/>
          </p15:clr>
        </p15:guide>
        <p15:guide id="6" pos="2741">
          <p15:clr>
            <a:srgbClr val="5ACBF0"/>
          </p15:clr>
        </p15:guide>
        <p15:guide id="7" pos="2012">
          <p15:clr>
            <a:srgbClr val="5ACBF0"/>
          </p15:clr>
        </p15:guide>
        <p15:guide id="8" pos="3109">
          <p15:clr>
            <a:srgbClr val="5ACBF0"/>
          </p15:clr>
        </p15:guide>
        <p15:guide id="9" pos="4570">
          <p15:clr>
            <a:srgbClr val="5ACBF0"/>
          </p15:clr>
        </p15:guide>
        <p15:guide id="11" pos="6397">
          <p15:clr>
            <a:srgbClr val="5ACBF0"/>
          </p15:clr>
        </p15:guide>
        <p15:guide id="12" orient="horz" pos="1440">
          <p15:clr>
            <a:srgbClr val="5ACBF0"/>
          </p15:clr>
        </p15:guide>
        <p15:guide id="13" pos="4938">
          <p15:clr>
            <a:srgbClr val="5ACBF0"/>
          </p15:clr>
        </p15:guide>
        <p15:guide id="14" orient="horz" pos="2894">
          <p15:clr>
            <a:srgbClr val="5ACBF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2313432" cy="2313432"/>
          </a:xfrm>
          <a:prstGeom prst="ellipse">
            <a:avLst/>
          </a:prstGeom>
          <a:blipFill>
            <a:blip r:embed="rId2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3487250" y="2286000"/>
            <a:ext cx="2313432" cy="2313432"/>
          </a:xfrm>
          <a:prstGeom prst="ellipse">
            <a:avLst/>
          </a:prstGeom>
          <a:blipFill>
            <a:blip r:embed="rId3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8725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6390300" y="2286000"/>
            <a:ext cx="2313432" cy="2313432"/>
          </a:xfrm>
          <a:prstGeom prst="ellipse">
            <a:avLst/>
          </a:prstGeom>
          <a:blipFill>
            <a:blip r:embed="rId4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390300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9293351" y="2286000"/>
            <a:ext cx="2313432" cy="2313432"/>
          </a:xfrm>
          <a:prstGeom prst="ellipse">
            <a:avLst/>
          </a:prstGeom>
          <a:blipFill>
            <a:blip r:embed="rId5"/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6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9293351" y="4800600"/>
            <a:ext cx="2313432" cy="146843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419336055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3024">
          <p15:clr>
            <a:srgbClr val="5ACBF0"/>
          </p15:clr>
        </p15:guide>
        <p15:guide id="3" pos="4025">
          <p15:clr>
            <a:srgbClr val="5ACBF0"/>
          </p15:clr>
        </p15:guide>
        <p15:guide id="5" pos="5854">
          <p15:clr>
            <a:srgbClr val="5ACBF0"/>
          </p15:clr>
        </p15:guide>
        <p15:guide id="7" pos="3654">
          <p15:clr>
            <a:srgbClr val="5ACBF0"/>
          </p15:clr>
        </p15:guide>
        <p15:guide id="8" pos="2195">
          <p15:clr>
            <a:srgbClr val="5ACBF0"/>
          </p15:clr>
        </p15:guide>
        <p15:guide id="10" pos="2926">
          <p15:clr>
            <a:srgbClr val="5ACBF0"/>
          </p15:clr>
        </p15:guide>
        <p15:guide id="11" pos="4756">
          <p15:clr>
            <a:srgbClr val="5ACBF0"/>
          </p15:clr>
        </p15:guide>
        <p15:guide id="12" pos="6581">
          <p15:clr>
            <a:srgbClr val="5ACBF0"/>
          </p15:clr>
        </p15:guide>
        <p15:guide id="13" pos="1097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26">
          <p15:clr>
            <a:srgbClr val="5ACBF0"/>
          </p15:clr>
        </p15:guide>
        <p15:guide id="18" pos="5483">
          <p15:clr>
            <a:srgbClr val="5ACBF0"/>
          </p15:clr>
        </p15:guide>
        <p15:guide id="19" orient="horz" pos="2898">
          <p15:clr>
            <a:srgbClr val="5ACBF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round pho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33D211-079C-4884-AB74-BFA812A63F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583007"/>
            <a:ext cx="11018520" cy="1115568"/>
          </a:xfrm>
        </p:spPr>
        <p:txBody>
          <a:bodyPr anchor="ctr"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5757E314-6417-4051-A2CD-D3614CAA6A78}"/>
              </a:ext>
            </a:extLst>
          </p:cNvPr>
          <p:cNvSpPr>
            <a:spLocks noGrp="1" noChangeAspect="1"/>
          </p:cNvSpPr>
          <p:nvPr>
            <p:ph type="pic" sz="quarter" idx="13" hasCustomPrompt="1"/>
          </p:nvPr>
        </p:nvSpPr>
        <p:spPr bwMode="ltGray">
          <a:xfrm>
            <a:off x="584200" y="2286000"/>
            <a:ext cx="1737360" cy="1737360"/>
          </a:xfrm>
          <a:prstGeom prst="ellipse">
            <a:avLst/>
          </a:prstGeom>
          <a:blipFill>
            <a:blip r:embed="rId2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5BBECFAF-80A0-4620-8865-87562DFB497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5577FC3-49F5-4B04-AFD3-AA0A57BA8355}"/>
              </a:ext>
            </a:extLst>
          </p:cNvPr>
          <p:cNvSpPr>
            <a:spLocks noGrp="1" noChangeAspect="1"/>
          </p:cNvSpPr>
          <p:nvPr>
            <p:ph type="pic" sz="quarter" idx="19" hasCustomPrompt="1"/>
          </p:nvPr>
        </p:nvSpPr>
        <p:spPr bwMode="ltGray">
          <a:xfrm>
            <a:off x="2905506" y="2286000"/>
            <a:ext cx="1737360" cy="1737360"/>
          </a:xfrm>
          <a:prstGeom prst="ellipse">
            <a:avLst/>
          </a:prstGeom>
          <a:blipFill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8AD287B4-D736-4707-854D-BEA62EF2BBC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2905506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9B56ECFD-6AA2-4EC5-A445-D1E0952199EC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 bwMode="ltGray">
          <a:xfrm>
            <a:off x="5227320" y="2286000"/>
            <a:ext cx="1737360" cy="1737360"/>
          </a:xfrm>
          <a:prstGeom prst="ellipse">
            <a:avLst/>
          </a:prstGeom>
          <a:blipFill>
            <a:blip r:embed="rId4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15" name="Text Placeholder 3">
            <a:extLst>
              <a:ext uri="{FF2B5EF4-FFF2-40B4-BE49-F238E27FC236}">
                <a16:creationId xmlns:a16="http://schemas.microsoft.com/office/drawing/2014/main" id="{9ED5A27F-D9D2-4DCB-8422-4694477ECA8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227320" y="4235451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F78E1D3B-7D6F-4EFD-9EB2-E1A27309D6AF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 bwMode="ltGray">
          <a:xfrm>
            <a:off x="7548118" y="2286000"/>
            <a:ext cx="1737360" cy="1737360"/>
          </a:xfrm>
          <a:prstGeom prst="ellipse">
            <a:avLst/>
          </a:prstGeom>
          <a:blipFill>
            <a:blip r:embed="rId5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insert44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3BB2FF62-05DC-462E-808C-4DDE1C65392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7548118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" descr="This photo is a 'placeholder' only. Drag or drop your photo here, or click and tap the center to insert a photo.">
            <a:extLst>
              <a:ext uri="{FF2B5EF4-FFF2-40B4-BE49-F238E27FC236}">
                <a16:creationId xmlns:a16="http://schemas.microsoft.com/office/drawing/2014/main" id="{E4DC3400-0B11-4EA0-9B8D-6FADE6964F37}"/>
              </a:ext>
            </a:extLst>
          </p:cNvPr>
          <p:cNvSpPr>
            <a:spLocks noGrp="1" noChangeAspect="1"/>
          </p:cNvSpPr>
          <p:nvPr>
            <p:ph type="pic" sz="quarter" idx="23" hasCustomPrompt="1"/>
          </p:nvPr>
        </p:nvSpPr>
        <p:spPr bwMode="ltGray">
          <a:xfrm>
            <a:off x="9869423" y="2286000"/>
            <a:ext cx="1737360" cy="1737360"/>
          </a:xfrm>
          <a:prstGeom prst="ellipse">
            <a:avLst/>
          </a:prstGeom>
          <a:blipFill>
            <a:blip r:embed="rId6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tretch>
              <a:fillRect/>
            </a:stretch>
          </a:blipFill>
        </p:spPr>
        <p:txBody>
          <a:bodyPr lIns="0" tIns="0" rIns="0" bIns="594360" anchor="ctr" anchorCtr="0">
            <a:noAutofit/>
          </a:bodyPr>
          <a:lstStyle>
            <a:lvl1pPr marL="0" indent="0" algn="ctr">
              <a:lnSpc>
                <a:spcPct val="100000"/>
              </a:lnSpc>
              <a:buNone/>
              <a:defRPr sz="500" b="1">
                <a:solidFill>
                  <a:srgbClr val="000000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r>
              <a:rPr lang="en-US"/>
              <a:t>Drag &amp; drop your photo </a:t>
            </a:r>
            <a:br>
              <a:rPr lang="en-US"/>
            </a:br>
            <a:r>
              <a:rPr lang="en-US"/>
              <a:t>here or click or tap icon </a:t>
            </a:r>
            <a:br>
              <a:rPr lang="en-US"/>
            </a:br>
            <a:r>
              <a:rPr lang="en-US"/>
              <a:t>below to insert</a:t>
            </a:r>
          </a:p>
        </p:txBody>
      </p:sp>
      <p:sp>
        <p:nvSpPr>
          <p:cNvPr id="20" name="Text Placeholder 3">
            <a:extLst>
              <a:ext uri="{FF2B5EF4-FFF2-40B4-BE49-F238E27FC236}">
                <a16:creationId xmlns:a16="http://schemas.microsoft.com/office/drawing/2014/main" id="{133C357E-ECC0-485F-9033-5D4DEC8774B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869423" y="4235450"/>
            <a:ext cx="1737360" cy="2033588"/>
          </a:xfrm>
        </p:spPr>
        <p:txBody>
          <a:bodyPr/>
          <a:lstStyle>
            <a:lvl1pPr marL="0" indent="0" algn="ctr">
              <a:spcBef>
                <a:spcPts val="0"/>
              </a:spcBef>
              <a:buNone/>
              <a:defRPr sz="1800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7A72D6D-004C-4F57-AD34-F1019A7560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6313127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720">
          <p15:clr>
            <a:srgbClr val="5ACBF0"/>
          </p15:clr>
        </p15:guide>
        <p15:guide id="2" orient="horz" pos="2664">
          <p15:clr>
            <a:srgbClr val="5ACBF0"/>
          </p15:clr>
        </p15:guide>
        <p15:guide id="3" pos="6216">
          <p15:clr>
            <a:srgbClr val="5ACBF0"/>
          </p15:clr>
        </p15:guide>
        <p15:guide id="5" pos="5850">
          <p15:clr>
            <a:srgbClr val="5ACBF0"/>
          </p15:clr>
        </p15:guide>
        <p15:guide id="7" pos="4392">
          <p15:clr>
            <a:srgbClr val="5ACBF0"/>
          </p15:clr>
        </p15:guide>
        <p15:guide id="8" pos="3292">
          <p15:clr>
            <a:srgbClr val="5ACBF0"/>
          </p15:clr>
        </p15:guide>
        <p15:guide id="10" pos="2926">
          <p15:clr>
            <a:srgbClr val="5ACBF0"/>
          </p15:clr>
        </p15:guide>
        <p15:guide id="11" pos="4754">
          <p15:clr>
            <a:srgbClr val="5ACBF0"/>
          </p15:clr>
        </p15:guide>
        <p15:guide id="13" pos="1464">
          <p15:clr>
            <a:srgbClr val="5ACBF0"/>
          </p15:clr>
        </p15:guide>
        <p15:guide id="14" orient="horz" pos="1440">
          <p15:clr>
            <a:srgbClr val="5ACBF0"/>
          </p15:clr>
        </p15:guide>
        <p15:guide id="15" pos="1830">
          <p15:clr>
            <a:srgbClr val="5ACBF0"/>
          </p15:clr>
        </p15:guide>
        <p15:guide id="16" orient="horz" pos="2533">
          <p15:clr>
            <a:srgbClr val="5ACBF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" y="2309812"/>
            <a:ext cx="3182027" cy="3959225"/>
          </a:xfrm>
        </p:spPr>
        <p:txBody>
          <a:bodyPr anchor="t"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Title</a:t>
            </a:r>
          </a:p>
        </p:txBody>
      </p:sp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7E9DBFD9-3E1E-4F19-AF15-56780F9C792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356100" y="2309812"/>
            <a:ext cx="7253288" cy="3959223"/>
          </a:xfrm>
        </p:spPr>
        <p:txBody>
          <a:bodyPr anchor="t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585216" y="2019300"/>
            <a:ext cx="3182112" cy="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49D8AF80-CAD5-4055-80AD-0B31EBCB52A9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DF1A9F7D-F14E-4BCE-9EB4-D9EF47B678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4523" y="2019300"/>
            <a:ext cx="7254865" cy="0"/>
          </a:xfrm>
          <a:prstGeom prst="line">
            <a:avLst/>
          </a:prstGeom>
          <a:ln w="19050">
            <a:solidFill>
              <a:schemeClr val="tx1">
                <a:alpha val="30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6747303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1272">
          <p15:clr>
            <a:srgbClr val="5ACBF0"/>
          </p15:clr>
        </p15:guide>
        <p15:guide id="30" pos="2376">
          <p15:clr>
            <a:srgbClr val="5ACBF0"/>
          </p15:clr>
        </p15:guide>
        <p15:guide id="32" orient="horz" pos="1455">
          <p15:clr>
            <a:srgbClr val="5ACBF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text side by s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C076-3B78-4451-8068-576892A08E9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585788"/>
            <a:ext cx="3182027" cy="5683250"/>
          </a:xfrm>
        </p:spPr>
        <p:txBody>
          <a:bodyPr anchor="ctr"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015781-2431-48C9-AEF1-52FBD41AF3F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4941888" y="585788"/>
            <a:ext cx="6667500" cy="5683249"/>
          </a:xfrm>
        </p:spPr>
        <p:txBody>
          <a:bodyPr anchor="ctr"/>
          <a:lstStyle>
            <a:lvl1pPr marL="231775" indent="-231775">
              <a:spcAft>
                <a:spcPts val="600"/>
              </a:spcAft>
              <a:buFont typeface="Wingdings" panose="05000000000000000000" pitchFamily="2" charset="2"/>
              <a:buChar char=""/>
              <a:defRPr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35867F2-3994-4092-B53B-5792FEE698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>
            <a:off x="4356100" y="2578100"/>
            <a:ext cx="0" cy="1701800"/>
          </a:xfrm>
          <a:prstGeom prst="line">
            <a:avLst/>
          </a:prstGeom>
          <a:ln w="28575">
            <a:solidFill>
              <a:schemeClr val="accent1"/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A1DC2181-37AB-40A3-B61C-1DE7DBB57D63}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6231142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3" pos="2744">
          <p15:clr>
            <a:srgbClr val="5ACBF0"/>
          </p15:clr>
        </p15:guide>
        <p15:guide id="29" orient="horz" pos="2160">
          <p15:clr>
            <a:srgbClr val="5ACBF0"/>
          </p15:clr>
        </p15:guide>
        <p15:guide id="30" pos="2376">
          <p15:clr>
            <a:srgbClr val="5ACBF0"/>
          </p15:clr>
        </p15:guide>
        <p15:guide id="31" pos="3113">
          <p15:clr>
            <a:srgbClr val="5ACBF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57610199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7694826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315480499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284326624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78140108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50292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8DC8E8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50292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185966767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35596319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59436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rgbClr val="8DC8E8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6985832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2673743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613786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831411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45808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405231095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929718"/>
      </p:ext>
    </p:extLst>
  </p:cSld>
  <p:clrMapOvr>
    <a:masterClrMapping/>
  </p:clrMapOvr>
  <p:transition>
    <p:fade/>
  </p:transition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lank entire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52762357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alki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656F5673-27D5-8494-291A-0C7F83EDF46D}"/>
              </a:ext>
            </a:extLst>
          </p:cNvPr>
          <p:cNvSpPr/>
          <p:nvPr userDrawn="1"/>
        </p:nvSpPr>
        <p:spPr>
          <a:xfrm>
            <a:off x="536575" y="2458622"/>
            <a:ext cx="3865501" cy="1703804"/>
          </a:xfrm>
          <a:custGeom>
            <a:avLst/>
            <a:gdLst>
              <a:gd name="csX0" fmla="*/ 542449 w 3308032"/>
              <a:gd name="csY0" fmla="*/ 193548 h 1458087"/>
              <a:gd name="csX1" fmla="*/ 543401 w 3308032"/>
              <a:gd name="csY1" fmla="*/ 149066 h 1458087"/>
              <a:gd name="csX2" fmla="*/ 541211 w 3308032"/>
              <a:gd name="csY2" fmla="*/ 149066 h 1458087"/>
              <a:gd name="csX3" fmla="*/ 534924 w 3308032"/>
              <a:gd name="csY3" fmla="*/ 168593 h 1458087"/>
              <a:gd name="csX4" fmla="*/ 528257 w 3308032"/>
              <a:gd name="csY4" fmla="*/ 186309 h 1458087"/>
              <a:gd name="csX5" fmla="*/ 374618 w 3308032"/>
              <a:gd name="csY5" fmla="*/ 572929 h 1458087"/>
              <a:gd name="csX6" fmla="*/ 310229 w 3308032"/>
              <a:gd name="csY6" fmla="*/ 572929 h 1458087"/>
              <a:gd name="csX7" fmla="*/ 155448 w 3308032"/>
              <a:gd name="csY7" fmla="*/ 189738 h 1458087"/>
              <a:gd name="csX8" fmla="*/ 149352 w 3308032"/>
              <a:gd name="csY8" fmla="*/ 172402 h 1458087"/>
              <a:gd name="csX9" fmla="*/ 141351 w 3308032"/>
              <a:gd name="csY9" fmla="*/ 149162 h 1458087"/>
              <a:gd name="csX10" fmla="*/ 139160 w 3308032"/>
              <a:gd name="csY10" fmla="*/ 149162 h 1458087"/>
              <a:gd name="csX11" fmla="*/ 140303 w 3308032"/>
              <a:gd name="csY11" fmla="*/ 195834 h 1458087"/>
              <a:gd name="csX12" fmla="*/ 140684 w 3308032"/>
              <a:gd name="csY12" fmla="*/ 246602 h 1458087"/>
              <a:gd name="csX13" fmla="*/ 140684 w 3308032"/>
              <a:gd name="csY13" fmla="*/ 572929 h 1458087"/>
              <a:gd name="csX14" fmla="*/ 55817 w 3308032"/>
              <a:gd name="csY14" fmla="*/ 572929 h 1458087"/>
              <a:gd name="csX15" fmla="*/ 55817 w 3308032"/>
              <a:gd name="csY15" fmla="*/ 39338 h 1458087"/>
              <a:gd name="csX16" fmla="*/ 185642 w 3308032"/>
              <a:gd name="csY16" fmla="*/ 39338 h 1458087"/>
              <a:gd name="csX17" fmla="*/ 322231 w 3308032"/>
              <a:gd name="csY17" fmla="*/ 383477 h 1458087"/>
              <a:gd name="csX18" fmla="*/ 334709 w 3308032"/>
              <a:gd name="csY18" fmla="*/ 415671 h 1458087"/>
              <a:gd name="csX19" fmla="*/ 343853 w 3308032"/>
              <a:gd name="csY19" fmla="*/ 444913 h 1458087"/>
              <a:gd name="csX20" fmla="*/ 346043 w 3308032"/>
              <a:gd name="csY20" fmla="*/ 444913 h 1458087"/>
              <a:gd name="csX21" fmla="*/ 358140 w 3308032"/>
              <a:gd name="csY21" fmla="*/ 412528 h 1458087"/>
              <a:gd name="csX22" fmla="*/ 369475 w 3308032"/>
              <a:gd name="csY22" fmla="*/ 382429 h 1458087"/>
              <a:gd name="csX23" fmla="*/ 507873 w 3308032"/>
              <a:gd name="csY23" fmla="*/ 39338 h 1458087"/>
              <a:gd name="csX24" fmla="*/ 632555 w 3308032"/>
              <a:gd name="csY24" fmla="*/ 39338 h 1458087"/>
              <a:gd name="csX25" fmla="*/ 632555 w 3308032"/>
              <a:gd name="csY25" fmla="*/ 572929 h 1458087"/>
              <a:gd name="csX26" fmla="*/ 542163 w 3308032"/>
              <a:gd name="csY26" fmla="*/ 572929 h 1458087"/>
              <a:gd name="csX27" fmla="*/ 542163 w 3308032"/>
              <a:gd name="csY27" fmla="*/ 234315 h 1458087"/>
              <a:gd name="csX28" fmla="*/ 542735 w 3308032"/>
              <a:gd name="csY28" fmla="*/ 193548 h 1458087"/>
              <a:gd name="csX29" fmla="*/ 768001 w 3308032"/>
              <a:gd name="csY29" fmla="*/ 14383 h 1458087"/>
              <a:gd name="csX30" fmla="*/ 728567 w 3308032"/>
              <a:gd name="csY30" fmla="*/ 29623 h 1458087"/>
              <a:gd name="csX31" fmla="*/ 713327 w 3308032"/>
              <a:gd name="csY31" fmla="*/ 67247 h 1458087"/>
              <a:gd name="csX32" fmla="*/ 728567 w 3308032"/>
              <a:gd name="csY32" fmla="*/ 104966 h 1458087"/>
              <a:gd name="csX33" fmla="*/ 768001 w 3308032"/>
              <a:gd name="csY33" fmla="*/ 120777 h 1458087"/>
              <a:gd name="csX34" fmla="*/ 808196 w 3308032"/>
              <a:gd name="csY34" fmla="*/ 105537 h 1458087"/>
              <a:gd name="csX35" fmla="*/ 823436 w 3308032"/>
              <a:gd name="csY35" fmla="*/ 67627 h 1458087"/>
              <a:gd name="csX36" fmla="*/ 808196 w 3308032"/>
              <a:gd name="csY36" fmla="*/ 29718 h 1458087"/>
              <a:gd name="csX37" fmla="*/ 768001 w 3308032"/>
              <a:gd name="csY37" fmla="*/ 14478 h 1458087"/>
              <a:gd name="csX38" fmla="*/ 723329 w 3308032"/>
              <a:gd name="csY38" fmla="*/ 572834 h 1458087"/>
              <a:gd name="csX39" fmla="*/ 812292 w 3308032"/>
              <a:gd name="csY39" fmla="*/ 572834 h 1458087"/>
              <a:gd name="csX40" fmla="*/ 812292 w 3308032"/>
              <a:gd name="csY40" fmla="*/ 191834 h 1458087"/>
              <a:gd name="csX41" fmla="*/ 723329 w 3308032"/>
              <a:gd name="csY41" fmla="*/ 191834 h 1458087"/>
              <a:gd name="csX42" fmla="*/ 723329 w 3308032"/>
              <a:gd name="csY42" fmla="*/ 572834 h 1458087"/>
              <a:gd name="csX43" fmla="*/ 1079278 w 3308032"/>
              <a:gd name="csY43" fmla="*/ 581787 h 1458087"/>
              <a:gd name="csX44" fmla="*/ 1169099 w 3308032"/>
              <a:gd name="csY44" fmla="*/ 561689 h 1458087"/>
              <a:gd name="csX45" fmla="*/ 1234726 w 3308032"/>
              <a:gd name="csY45" fmla="*/ 500253 h 1458087"/>
              <a:gd name="csX46" fmla="*/ 1165860 w 3308032"/>
              <a:gd name="csY46" fmla="*/ 461582 h 1458087"/>
              <a:gd name="csX47" fmla="*/ 1127951 w 3308032"/>
              <a:gd name="csY47" fmla="*/ 497110 h 1458087"/>
              <a:gd name="csX48" fmla="*/ 1081469 w 3308032"/>
              <a:gd name="csY48" fmla="*/ 507683 h 1458087"/>
              <a:gd name="csX49" fmla="*/ 1004126 w 3308032"/>
              <a:gd name="csY49" fmla="*/ 475298 h 1458087"/>
              <a:gd name="csX50" fmla="*/ 975074 w 3308032"/>
              <a:gd name="csY50" fmla="*/ 383000 h 1458087"/>
              <a:gd name="csX51" fmla="*/ 1004506 w 3308032"/>
              <a:gd name="csY51" fmla="*/ 288512 h 1458087"/>
              <a:gd name="csX52" fmla="*/ 1079278 w 3308032"/>
              <a:gd name="csY52" fmla="*/ 254699 h 1458087"/>
              <a:gd name="csX53" fmla="*/ 1125379 w 3308032"/>
              <a:gd name="csY53" fmla="*/ 265462 h 1458087"/>
              <a:gd name="csX54" fmla="*/ 1162622 w 3308032"/>
              <a:gd name="csY54" fmla="*/ 301943 h 1458087"/>
              <a:gd name="csX55" fmla="*/ 1232535 w 3308032"/>
              <a:gd name="csY55" fmla="*/ 267367 h 1458087"/>
              <a:gd name="csX56" fmla="*/ 1172432 w 3308032"/>
              <a:gd name="csY56" fmla="*/ 204311 h 1458087"/>
              <a:gd name="csX57" fmla="*/ 1082231 w 3308032"/>
              <a:gd name="csY57" fmla="*/ 182880 h 1458087"/>
              <a:gd name="csX58" fmla="*/ 939356 w 3308032"/>
              <a:gd name="csY58" fmla="*/ 238125 h 1458087"/>
              <a:gd name="csX59" fmla="*/ 884301 w 3308032"/>
              <a:gd name="csY59" fmla="*/ 389001 h 1458087"/>
              <a:gd name="csX60" fmla="*/ 936022 w 3308032"/>
              <a:gd name="csY60" fmla="*/ 528923 h 1458087"/>
              <a:gd name="csX61" fmla="*/ 1079278 w 3308032"/>
              <a:gd name="csY61" fmla="*/ 581787 h 1458087"/>
              <a:gd name="csX62" fmla="*/ 1393031 w 3308032"/>
              <a:gd name="csY62" fmla="*/ 384524 h 1458087"/>
              <a:gd name="csX63" fmla="*/ 1416653 w 3308032"/>
              <a:gd name="csY63" fmla="*/ 296323 h 1458087"/>
              <a:gd name="csX64" fmla="*/ 1478566 w 3308032"/>
              <a:gd name="csY64" fmla="*/ 262795 h 1458087"/>
              <a:gd name="csX65" fmla="*/ 1501807 w 3308032"/>
              <a:gd name="csY65" fmla="*/ 265176 h 1458087"/>
              <a:gd name="csX66" fmla="*/ 1523619 w 3308032"/>
              <a:gd name="csY66" fmla="*/ 271653 h 1458087"/>
              <a:gd name="csX67" fmla="*/ 1547432 w 3308032"/>
              <a:gd name="csY67" fmla="*/ 195739 h 1458087"/>
              <a:gd name="csX68" fmla="*/ 1521047 w 3308032"/>
              <a:gd name="csY68" fmla="*/ 187166 h 1458087"/>
              <a:gd name="csX69" fmla="*/ 1494282 w 3308032"/>
              <a:gd name="csY69" fmla="*/ 184975 h 1458087"/>
              <a:gd name="csX70" fmla="*/ 1433989 w 3308032"/>
              <a:gd name="csY70" fmla="*/ 204502 h 1458087"/>
              <a:gd name="csX71" fmla="*/ 1394555 w 3308032"/>
              <a:gd name="csY71" fmla="*/ 260509 h 1458087"/>
              <a:gd name="csX72" fmla="*/ 1393031 w 3308032"/>
              <a:gd name="csY72" fmla="*/ 260509 h 1458087"/>
              <a:gd name="csX73" fmla="*/ 1393031 w 3308032"/>
              <a:gd name="csY73" fmla="*/ 191643 h 1458087"/>
              <a:gd name="csX74" fmla="*/ 1304068 w 3308032"/>
              <a:gd name="csY74" fmla="*/ 191643 h 1458087"/>
              <a:gd name="csX75" fmla="*/ 1304068 w 3308032"/>
              <a:gd name="csY75" fmla="*/ 572643 h 1458087"/>
              <a:gd name="csX76" fmla="*/ 1393031 w 3308032"/>
              <a:gd name="csY76" fmla="*/ 572643 h 1458087"/>
              <a:gd name="csX77" fmla="*/ 1393031 w 3308032"/>
              <a:gd name="csY77" fmla="*/ 384334 h 1458087"/>
              <a:gd name="csX78" fmla="*/ 1621917 w 3308032"/>
              <a:gd name="csY78" fmla="*/ 528542 h 1458087"/>
              <a:gd name="csX79" fmla="*/ 1568482 w 3308032"/>
              <a:gd name="csY79" fmla="*/ 385286 h 1458087"/>
              <a:gd name="csX80" fmla="*/ 1625060 w 3308032"/>
              <a:gd name="csY80" fmla="*/ 238506 h 1458087"/>
              <a:gd name="csX81" fmla="*/ 1771269 w 3308032"/>
              <a:gd name="csY81" fmla="*/ 182880 h 1458087"/>
              <a:gd name="csX82" fmla="*/ 1914335 w 3308032"/>
              <a:gd name="csY82" fmla="*/ 237554 h 1458087"/>
              <a:gd name="csX83" fmla="*/ 1966627 w 3308032"/>
              <a:gd name="csY83" fmla="*/ 378905 h 1458087"/>
              <a:gd name="csX84" fmla="*/ 1911572 w 3308032"/>
              <a:gd name="csY84" fmla="*/ 524542 h 1458087"/>
              <a:gd name="csX85" fmla="*/ 1766126 w 3308032"/>
              <a:gd name="csY85" fmla="*/ 581692 h 1458087"/>
              <a:gd name="csX86" fmla="*/ 1621917 w 3308032"/>
              <a:gd name="csY86" fmla="*/ 528447 h 1458087"/>
              <a:gd name="csX87" fmla="*/ 1659350 w 3308032"/>
              <a:gd name="csY87" fmla="*/ 383477 h 1458087"/>
              <a:gd name="csX88" fmla="*/ 1688973 w 3308032"/>
              <a:gd name="csY88" fmla="*/ 476155 h 1458087"/>
              <a:gd name="csX89" fmla="*/ 1769555 w 3308032"/>
              <a:gd name="csY89" fmla="*/ 509969 h 1458087"/>
              <a:gd name="csX90" fmla="*/ 1847850 w 3308032"/>
              <a:gd name="csY90" fmla="*/ 475012 h 1458087"/>
              <a:gd name="csX91" fmla="*/ 1875568 w 3308032"/>
              <a:gd name="csY91" fmla="*/ 381286 h 1458087"/>
              <a:gd name="csX92" fmla="*/ 1847660 w 3308032"/>
              <a:gd name="csY92" fmla="*/ 289750 h 1458087"/>
              <a:gd name="csX93" fmla="*/ 1769174 w 3308032"/>
              <a:gd name="csY93" fmla="*/ 255175 h 1458087"/>
              <a:gd name="csX94" fmla="*/ 1689354 w 3308032"/>
              <a:gd name="csY94" fmla="*/ 290894 h 1458087"/>
              <a:gd name="csX95" fmla="*/ 1659446 w 3308032"/>
              <a:gd name="csY95" fmla="*/ 383572 h 1458087"/>
              <a:gd name="csX96" fmla="*/ 2267426 w 3308032"/>
              <a:gd name="csY96" fmla="*/ 547878 h 1458087"/>
              <a:gd name="csX97" fmla="*/ 2308003 w 3308032"/>
              <a:gd name="csY97" fmla="*/ 458915 h 1458087"/>
              <a:gd name="csX98" fmla="*/ 2276761 w 3308032"/>
              <a:gd name="csY98" fmla="*/ 380048 h 1458087"/>
              <a:gd name="csX99" fmla="*/ 2182273 w 3308032"/>
              <a:gd name="csY99" fmla="*/ 339471 h 1458087"/>
              <a:gd name="csX100" fmla="*/ 2127028 w 3308032"/>
              <a:gd name="csY100" fmla="*/ 321278 h 1458087"/>
              <a:gd name="csX101" fmla="*/ 2112359 w 3308032"/>
              <a:gd name="csY101" fmla="*/ 292227 h 1458087"/>
              <a:gd name="csX102" fmla="*/ 2126456 w 3308032"/>
              <a:gd name="csY102" fmla="*/ 261366 h 1458087"/>
              <a:gd name="csX103" fmla="*/ 2167795 w 3308032"/>
              <a:gd name="csY103" fmla="*/ 249460 h 1458087"/>
              <a:gd name="csX104" fmla="*/ 2211515 w 3308032"/>
              <a:gd name="csY104" fmla="*/ 258413 h 1458087"/>
              <a:gd name="csX105" fmla="*/ 2247043 w 3308032"/>
              <a:gd name="csY105" fmla="*/ 285179 h 1458087"/>
              <a:gd name="csX106" fmla="*/ 2298764 w 3308032"/>
              <a:gd name="csY106" fmla="*/ 238316 h 1458087"/>
              <a:gd name="csX107" fmla="*/ 2243328 w 3308032"/>
              <a:gd name="csY107" fmla="*/ 196596 h 1458087"/>
              <a:gd name="csX108" fmla="*/ 2170367 w 3308032"/>
              <a:gd name="csY108" fmla="*/ 182785 h 1458087"/>
              <a:gd name="csX109" fmla="*/ 2069211 w 3308032"/>
              <a:gd name="csY109" fmla="*/ 214598 h 1458087"/>
              <a:gd name="csX110" fmla="*/ 2029015 w 3308032"/>
              <a:gd name="csY110" fmla="*/ 302228 h 1458087"/>
              <a:gd name="csX111" fmla="*/ 2058638 w 3308032"/>
              <a:gd name="csY111" fmla="*/ 375380 h 1458087"/>
              <a:gd name="csX112" fmla="*/ 2163032 w 3308032"/>
              <a:gd name="csY112" fmla="*/ 417957 h 1458087"/>
              <a:gd name="csX113" fmla="*/ 2208943 w 3308032"/>
              <a:gd name="csY113" fmla="*/ 435959 h 1458087"/>
              <a:gd name="csX114" fmla="*/ 2224373 w 3308032"/>
              <a:gd name="csY114" fmla="*/ 467011 h 1458087"/>
              <a:gd name="csX115" fmla="*/ 2207990 w 3308032"/>
              <a:gd name="csY115" fmla="*/ 502158 h 1458087"/>
              <a:gd name="csX116" fmla="*/ 2162271 w 3308032"/>
              <a:gd name="csY116" fmla="*/ 514636 h 1458087"/>
              <a:gd name="csX117" fmla="*/ 2112645 w 3308032"/>
              <a:gd name="csY117" fmla="*/ 502920 h 1458087"/>
              <a:gd name="csX118" fmla="*/ 2068163 w 3308032"/>
              <a:gd name="csY118" fmla="*/ 463677 h 1458087"/>
              <a:gd name="csX119" fmla="*/ 2014633 w 3308032"/>
              <a:gd name="csY119" fmla="*/ 511683 h 1458087"/>
              <a:gd name="csX120" fmla="*/ 2074926 w 3308032"/>
              <a:gd name="csY120" fmla="*/ 563785 h 1458087"/>
              <a:gd name="csX121" fmla="*/ 2161604 w 3308032"/>
              <a:gd name="csY121" fmla="*/ 581692 h 1458087"/>
              <a:gd name="csX122" fmla="*/ 2267617 w 3308032"/>
              <a:gd name="csY122" fmla="*/ 547878 h 1458087"/>
              <a:gd name="csX123" fmla="*/ 2717292 w 3308032"/>
              <a:gd name="csY123" fmla="*/ 237554 h 1458087"/>
              <a:gd name="csX124" fmla="*/ 2769584 w 3308032"/>
              <a:gd name="csY124" fmla="*/ 378905 h 1458087"/>
              <a:gd name="csX125" fmla="*/ 2714530 w 3308032"/>
              <a:gd name="csY125" fmla="*/ 524542 h 1458087"/>
              <a:gd name="csX126" fmla="*/ 2569083 w 3308032"/>
              <a:gd name="csY126" fmla="*/ 581692 h 1458087"/>
              <a:gd name="csX127" fmla="*/ 2424875 w 3308032"/>
              <a:gd name="csY127" fmla="*/ 528447 h 1458087"/>
              <a:gd name="csX128" fmla="*/ 2371439 w 3308032"/>
              <a:gd name="csY128" fmla="*/ 385191 h 1458087"/>
              <a:gd name="csX129" fmla="*/ 2428018 w 3308032"/>
              <a:gd name="csY129" fmla="*/ 238411 h 1458087"/>
              <a:gd name="csX130" fmla="*/ 2574227 w 3308032"/>
              <a:gd name="csY130" fmla="*/ 182785 h 1458087"/>
              <a:gd name="csX131" fmla="*/ 2717292 w 3308032"/>
              <a:gd name="csY131" fmla="*/ 237458 h 1458087"/>
              <a:gd name="csX132" fmla="*/ 2678430 w 3308032"/>
              <a:gd name="csY132" fmla="*/ 381191 h 1458087"/>
              <a:gd name="csX133" fmla="*/ 2650522 w 3308032"/>
              <a:gd name="csY133" fmla="*/ 289655 h 1458087"/>
              <a:gd name="csX134" fmla="*/ 2572036 w 3308032"/>
              <a:gd name="csY134" fmla="*/ 255079 h 1458087"/>
              <a:gd name="csX135" fmla="*/ 2492216 w 3308032"/>
              <a:gd name="csY135" fmla="*/ 290798 h 1458087"/>
              <a:gd name="csX136" fmla="*/ 2462308 w 3308032"/>
              <a:gd name="csY136" fmla="*/ 383477 h 1458087"/>
              <a:gd name="csX137" fmla="*/ 2491931 w 3308032"/>
              <a:gd name="csY137" fmla="*/ 476155 h 1458087"/>
              <a:gd name="csX138" fmla="*/ 2572512 w 3308032"/>
              <a:gd name="csY138" fmla="*/ 509969 h 1458087"/>
              <a:gd name="csX139" fmla="*/ 2650808 w 3308032"/>
              <a:gd name="csY139" fmla="*/ 475012 h 1458087"/>
              <a:gd name="csX140" fmla="*/ 2678525 w 3308032"/>
              <a:gd name="csY140" fmla="*/ 381286 h 1458087"/>
              <a:gd name="csX141" fmla="*/ 3280410 w 3308032"/>
              <a:gd name="csY141" fmla="*/ 494729 h 1458087"/>
              <a:gd name="csX142" fmla="*/ 3257360 w 3308032"/>
              <a:gd name="csY142" fmla="*/ 507397 h 1458087"/>
              <a:gd name="csX143" fmla="*/ 3236500 w 3308032"/>
              <a:gd name="csY143" fmla="*/ 511112 h 1458087"/>
              <a:gd name="csX144" fmla="*/ 3205258 w 3308032"/>
              <a:gd name="csY144" fmla="*/ 497872 h 1458087"/>
              <a:gd name="csX145" fmla="*/ 3194114 w 3308032"/>
              <a:gd name="csY145" fmla="*/ 456724 h 1458087"/>
              <a:gd name="csX146" fmla="*/ 3194114 w 3308032"/>
              <a:gd name="csY146" fmla="*/ 260985 h 1458087"/>
              <a:gd name="csX147" fmla="*/ 3291269 w 3308032"/>
              <a:gd name="csY147" fmla="*/ 260985 h 1458087"/>
              <a:gd name="csX148" fmla="*/ 3291269 w 3308032"/>
              <a:gd name="csY148" fmla="*/ 191738 h 1458087"/>
              <a:gd name="csX149" fmla="*/ 3194114 w 3308032"/>
              <a:gd name="csY149" fmla="*/ 191738 h 1458087"/>
              <a:gd name="csX150" fmla="*/ 3194114 w 3308032"/>
              <a:gd name="csY150" fmla="*/ 82677 h 1458087"/>
              <a:gd name="csX151" fmla="*/ 3105150 w 3308032"/>
              <a:gd name="csY151" fmla="*/ 98298 h 1458087"/>
              <a:gd name="csX152" fmla="*/ 3105150 w 3308032"/>
              <a:gd name="csY152" fmla="*/ 191643 h 1458087"/>
              <a:gd name="csX153" fmla="*/ 2957227 w 3308032"/>
              <a:gd name="csY153" fmla="*/ 191643 h 1458087"/>
              <a:gd name="csX154" fmla="*/ 2957227 w 3308032"/>
              <a:gd name="csY154" fmla="*/ 130969 h 1458087"/>
              <a:gd name="csX155" fmla="*/ 2970086 w 3308032"/>
              <a:gd name="csY155" fmla="*/ 86297 h 1458087"/>
              <a:gd name="csX156" fmla="*/ 3006757 w 3308032"/>
              <a:gd name="csY156" fmla="*/ 71438 h 1458087"/>
              <a:gd name="csX157" fmla="*/ 3029236 w 3308032"/>
              <a:gd name="csY157" fmla="*/ 74962 h 1458087"/>
              <a:gd name="csX158" fmla="*/ 3049143 w 3308032"/>
              <a:gd name="csY158" fmla="*/ 84868 h 1458087"/>
              <a:gd name="csX159" fmla="*/ 3085624 w 3308032"/>
              <a:gd name="csY159" fmla="*/ 20479 h 1458087"/>
              <a:gd name="csX160" fmla="*/ 3045429 w 3308032"/>
              <a:gd name="csY160" fmla="*/ 5048 h 1458087"/>
              <a:gd name="csX161" fmla="*/ 3003042 w 3308032"/>
              <a:gd name="csY161" fmla="*/ 0 h 1458087"/>
              <a:gd name="csX162" fmla="*/ 2903887 w 3308032"/>
              <a:gd name="csY162" fmla="*/ 34957 h 1458087"/>
              <a:gd name="csX163" fmla="*/ 2868740 w 3308032"/>
              <a:gd name="csY163" fmla="*/ 130207 h 1458087"/>
              <a:gd name="csX164" fmla="*/ 2868740 w 3308032"/>
              <a:gd name="csY164" fmla="*/ 191643 h 1458087"/>
              <a:gd name="csX165" fmla="*/ 2803970 w 3308032"/>
              <a:gd name="csY165" fmla="*/ 191643 h 1458087"/>
              <a:gd name="csX166" fmla="*/ 2803970 w 3308032"/>
              <a:gd name="csY166" fmla="*/ 260890 h 1458087"/>
              <a:gd name="csX167" fmla="*/ 2868740 w 3308032"/>
              <a:gd name="csY167" fmla="*/ 260890 h 1458087"/>
              <a:gd name="csX168" fmla="*/ 2868740 w 3308032"/>
              <a:gd name="csY168" fmla="*/ 572643 h 1458087"/>
              <a:gd name="csX169" fmla="*/ 2957322 w 3308032"/>
              <a:gd name="csY169" fmla="*/ 572643 h 1458087"/>
              <a:gd name="csX170" fmla="*/ 2957322 w 3308032"/>
              <a:gd name="csY170" fmla="*/ 260890 h 1458087"/>
              <a:gd name="csX171" fmla="*/ 3105246 w 3308032"/>
              <a:gd name="csY171" fmla="*/ 260890 h 1458087"/>
              <a:gd name="csX172" fmla="*/ 3105246 w 3308032"/>
              <a:gd name="csY172" fmla="*/ 469297 h 1458087"/>
              <a:gd name="csX173" fmla="*/ 3133535 w 3308032"/>
              <a:gd name="csY173" fmla="*/ 553022 h 1458087"/>
              <a:gd name="csX174" fmla="*/ 3218021 w 3308032"/>
              <a:gd name="csY174" fmla="*/ 581692 h 1458087"/>
              <a:gd name="csX175" fmla="*/ 3269171 w 3308032"/>
              <a:gd name="csY175" fmla="*/ 574453 h 1458087"/>
              <a:gd name="csX176" fmla="*/ 3308033 w 3308032"/>
              <a:gd name="csY176" fmla="*/ 554926 h 1458087"/>
              <a:gd name="csX177" fmla="*/ 3280505 w 3308032"/>
              <a:gd name="csY177" fmla="*/ 494633 h 1458087"/>
              <a:gd name="csX178" fmla="*/ 301181 w 3308032"/>
              <a:gd name="csY178" fmla="*/ 915543 h 1458087"/>
              <a:gd name="csX179" fmla="*/ 497300 w 3308032"/>
              <a:gd name="csY179" fmla="*/ 1449134 h 1458087"/>
              <a:gd name="csX180" fmla="*/ 399860 w 3308032"/>
              <a:gd name="csY180" fmla="*/ 1449134 h 1458087"/>
              <a:gd name="csX181" fmla="*/ 354139 w 3308032"/>
              <a:gd name="csY181" fmla="*/ 1324166 h 1458087"/>
              <a:gd name="csX182" fmla="*/ 140970 w 3308032"/>
              <a:gd name="csY182" fmla="*/ 1324166 h 1458087"/>
              <a:gd name="csX183" fmla="*/ 97441 w 3308032"/>
              <a:gd name="csY183" fmla="*/ 1449134 h 1458087"/>
              <a:gd name="csX184" fmla="*/ 0 w 3308032"/>
              <a:gd name="csY184" fmla="*/ 1449134 h 1458087"/>
              <a:gd name="csX185" fmla="*/ 197930 w 3308032"/>
              <a:gd name="csY185" fmla="*/ 915543 h 1458087"/>
              <a:gd name="csX186" fmla="*/ 301371 w 3308032"/>
              <a:gd name="csY186" fmla="*/ 915543 h 1458087"/>
              <a:gd name="csX187" fmla="*/ 329851 w 3308032"/>
              <a:gd name="csY187" fmla="*/ 1247108 h 1458087"/>
              <a:gd name="csX188" fmla="*/ 257651 w 3308032"/>
              <a:gd name="csY188" fmla="*/ 1037654 h 1458087"/>
              <a:gd name="csX189" fmla="*/ 252984 w 3308032"/>
              <a:gd name="csY189" fmla="*/ 1022795 h 1458087"/>
              <a:gd name="csX190" fmla="*/ 248317 w 3308032"/>
              <a:gd name="csY190" fmla="*/ 1006412 h 1458087"/>
              <a:gd name="csX191" fmla="*/ 246126 w 3308032"/>
              <a:gd name="csY191" fmla="*/ 1006412 h 1458087"/>
              <a:gd name="csX192" fmla="*/ 241459 w 3308032"/>
              <a:gd name="csY192" fmla="*/ 1022223 h 1458087"/>
              <a:gd name="csX193" fmla="*/ 236411 w 3308032"/>
              <a:gd name="csY193" fmla="*/ 1037654 h 1458087"/>
              <a:gd name="csX194" fmla="*/ 164973 w 3308032"/>
              <a:gd name="csY194" fmla="*/ 1247108 h 1458087"/>
              <a:gd name="csX195" fmla="*/ 329756 w 3308032"/>
              <a:gd name="csY195" fmla="*/ 1247108 h 1458087"/>
              <a:gd name="csX196" fmla="*/ 557403 w 3308032"/>
              <a:gd name="csY196" fmla="*/ 1449134 h 1458087"/>
              <a:gd name="csX197" fmla="*/ 648557 w 3308032"/>
              <a:gd name="csY197" fmla="*/ 1449134 h 1458087"/>
              <a:gd name="csX198" fmla="*/ 648557 w 3308032"/>
              <a:gd name="csY198" fmla="*/ 915543 h 1458087"/>
              <a:gd name="csX199" fmla="*/ 557403 w 3308032"/>
              <a:gd name="csY199" fmla="*/ 915543 h 1458087"/>
              <a:gd name="csX200" fmla="*/ 557403 w 3308032"/>
              <a:gd name="csY200" fmla="*/ 1449134 h 1458087"/>
              <a:gd name="csX201" fmla="*/ 1271778 w 3308032"/>
              <a:gd name="csY201" fmla="*/ 915543 h 1458087"/>
              <a:gd name="csX202" fmla="*/ 883730 w 3308032"/>
              <a:gd name="csY202" fmla="*/ 915543 h 1458087"/>
              <a:gd name="csX203" fmla="*/ 883730 w 3308032"/>
              <a:gd name="csY203" fmla="*/ 992600 h 1458087"/>
              <a:gd name="csX204" fmla="*/ 1031843 w 3308032"/>
              <a:gd name="csY204" fmla="*/ 992600 h 1458087"/>
              <a:gd name="csX205" fmla="*/ 1031843 w 3308032"/>
              <a:gd name="csY205" fmla="*/ 1449134 h 1458087"/>
              <a:gd name="csX206" fmla="*/ 1122998 w 3308032"/>
              <a:gd name="csY206" fmla="*/ 1449134 h 1458087"/>
              <a:gd name="csX207" fmla="*/ 1122998 w 3308032"/>
              <a:gd name="csY207" fmla="*/ 992600 h 1458087"/>
              <a:gd name="csX208" fmla="*/ 1271778 w 3308032"/>
              <a:gd name="csY208" fmla="*/ 992600 h 1458087"/>
              <a:gd name="csX209" fmla="*/ 1271778 w 3308032"/>
              <a:gd name="csY209" fmla="*/ 915543 h 1458087"/>
              <a:gd name="csX210" fmla="*/ 1581340 w 3308032"/>
              <a:gd name="csY210" fmla="*/ 1113854 h 1458087"/>
              <a:gd name="csX211" fmla="*/ 1633633 w 3308032"/>
              <a:gd name="csY211" fmla="*/ 1255205 h 1458087"/>
              <a:gd name="csX212" fmla="*/ 1578578 w 3308032"/>
              <a:gd name="csY212" fmla="*/ 1400842 h 1458087"/>
              <a:gd name="csX213" fmla="*/ 1433132 w 3308032"/>
              <a:gd name="csY213" fmla="*/ 1457992 h 1458087"/>
              <a:gd name="csX214" fmla="*/ 1288923 w 3308032"/>
              <a:gd name="csY214" fmla="*/ 1404747 h 1458087"/>
              <a:gd name="csX215" fmla="*/ 1235488 w 3308032"/>
              <a:gd name="csY215" fmla="*/ 1261491 h 1458087"/>
              <a:gd name="csX216" fmla="*/ 1292066 w 3308032"/>
              <a:gd name="csY216" fmla="*/ 1114711 h 1458087"/>
              <a:gd name="csX217" fmla="*/ 1438275 w 3308032"/>
              <a:gd name="csY217" fmla="*/ 1059085 h 1458087"/>
              <a:gd name="csX218" fmla="*/ 1581340 w 3308032"/>
              <a:gd name="csY218" fmla="*/ 1113758 h 1458087"/>
              <a:gd name="csX219" fmla="*/ 1542479 w 3308032"/>
              <a:gd name="csY219" fmla="*/ 1257491 h 1458087"/>
              <a:gd name="csX220" fmla="*/ 1514570 w 3308032"/>
              <a:gd name="csY220" fmla="*/ 1165955 h 1458087"/>
              <a:gd name="csX221" fmla="*/ 1436084 w 3308032"/>
              <a:gd name="csY221" fmla="*/ 1131380 h 1458087"/>
              <a:gd name="csX222" fmla="*/ 1356265 w 3308032"/>
              <a:gd name="csY222" fmla="*/ 1167098 h 1458087"/>
              <a:gd name="csX223" fmla="*/ 1326356 w 3308032"/>
              <a:gd name="csY223" fmla="*/ 1259777 h 1458087"/>
              <a:gd name="csX224" fmla="*/ 1355979 w 3308032"/>
              <a:gd name="csY224" fmla="*/ 1352455 h 1458087"/>
              <a:gd name="csX225" fmla="*/ 1436561 w 3308032"/>
              <a:gd name="csY225" fmla="*/ 1386269 h 1458087"/>
              <a:gd name="csX226" fmla="*/ 1514856 w 3308032"/>
              <a:gd name="csY226" fmla="*/ 1351312 h 1458087"/>
              <a:gd name="csX227" fmla="*/ 1542574 w 3308032"/>
              <a:gd name="csY227" fmla="*/ 1257586 h 1458087"/>
              <a:gd name="csX228" fmla="*/ 1951577 w 3308032"/>
              <a:gd name="csY228" fmla="*/ 1285399 h 1458087"/>
              <a:gd name="csX229" fmla="*/ 1926622 w 3308032"/>
              <a:gd name="csY229" fmla="*/ 1357598 h 1458087"/>
              <a:gd name="csX230" fmla="*/ 1862233 w 3308032"/>
              <a:gd name="csY230" fmla="*/ 1386269 h 1458087"/>
              <a:gd name="csX231" fmla="*/ 1805273 w 3308032"/>
              <a:gd name="csY231" fmla="*/ 1362266 h 1458087"/>
              <a:gd name="csX232" fmla="*/ 1787081 w 3308032"/>
              <a:gd name="csY232" fmla="*/ 1290638 h 1458087"/>
              <a:gd name="csX233" fmla="*/ 1787081 w 3308032"/>
              <a:gd name="csY233" fmla="*/ 1068134 h 1458087"/>
              <a:gd name="csX234" fmla="*/ 1698498 w 3308032"/>
              <a:gd name="csY234" fmla="*/ 1068134 h 1458087"/>
              <a:gd name="csX235" fmla="*/ 1698498 w 3308032"/>
              <a:gd name="csY235" fmla="*/ 1302544 h 1458087"/>
              <a:gd name="csX236" fmla="*/ 1732502 w 3308032"/>
              <a:gd name="csY236" fmla="*/ 1418463 h 1458087"/>
              <a:gd name="csX237" fmla="*/ 1833563 w 3308032"/>
              <a:gd name="csY237" fmla="*/ 1458087 h 1458087"/>
              <a:gd name="csX238" fmla="*/ 1899571 w 3308032"/>
              <a:gd name="csY238" fmla="*/ 1441514 h 1458087"/>
              <a:gd name="csX239" fmla="*/ 1949577 w 3308032"/>
              <a:gd name="csY239" fmla="*/ 1397413 h 1458087"/>
              <a:gd name="csX240" fmla="*/ 1951482 w 3308032"/>
              <a:gd name="csY240" fmla="*/ 1397413 h 1458087"/>
              <a:gd name="csX241" fmla="*/ 1951482 w 3308032"/>
              <a:gd name="csY241" fmla="*/ 1449134 h 1458087"/>
              <a:gd name="csX242" fmla="*/ 2040446 w 3308032"/>
              <a:gd name="csY242" fmla="*/ 1449134 h 1458087"/>
              <a:gd name="csX243" fmla="*/ 2040446 w 3308032"/>
              <a:gd name="csY243" fmla="*/ 1068134 h 1458087"/>
              <a:gd name="csX244" fmla="*/ 1951482 w 3308032"/>
              <a:gd name="csY244" fmla="*/ 1068134 h 1458087"/>
              <a:gd name="csX245" fmla="*/ 1951482 w 3308032"/>
              <a:gd name="csY245" fmla="*/ 1285399 h 1458087"/>
              <a:gd name="csX246" fmla="*/ 2326767 w 3308032"/>
              <a:gd name="csY246" fmla="*/ 1061466 h 1458087"/>
              <a:gd name="csX247" fmla="*/ 2266474 w 3308032"/>
              <a:gd name="csY247" fmla="*/ 1080992 h 1458087"/>
              <a:gd name="csX248" fmla="*/ 2227040 w 3308032"/>
              <a:gd name="csY248" fmla="*/ 1136999 h 1458087"/>
              <a:gd name="csX249" fmla="*/ 2225516 w 3308032"/>
              <a:gd name="csY249" fmla="*/ 1136999 h 1458087"/>
              <a:gd name="csX250" fmla="*/ 2225516 w 3308032"/>
              <a:gd name="csY250" fmla="*/ 1068134 h 1458087"/>
              <a:gd name="csX251" fmla="*/ 2136553 w 3308032"/>
              <a:gd name="csY251" fmla="*/ 1068134 h 1458087"/>
              <a:gd name="csX252" fmla="*/ 2136553 w 3308032"/>
              <a:gd name="csY252" fmla="*/ 1449134 h 1458087"/>
              <a:gd name="csX253" fmla="*/ 2225516 w 3308032"/>
              <a:gd name="csY253" fmla="*/ 1449134 h 1458087"/>
              <a:gd name="csX254" fmla="*/ 2225516 w 3308032"/>
              <a:gd name="csY254" fmla="*/ 1260824 h 1458087"/>
              <a:gd name="csX255" fmla="*/ 2249138 w 3308032"/>
              <a:gd name="csY255" fmla="*/ 1172623 h 1458087"/>
              <a:gd name="csX256" fmla="*/ 2311051 w 3308032"/>
              <a:gd name="csY256" fmla="*/ 1139095 h 1458087"/>
              <a:gd name="csX257" fmla="*/ 2334292 w 3308032"/>
              <a:gd name="csY257" fmla="*/ 1141476 h 1458087"/>
              <a:gd name="csX258" fmla="*/ 2356104 w 3308032"/>
              <a:gd name="csY258" fmla="*/ 1147953 h 1458087"/>
              <a:gd name="csX259" fmla="*/ 2379917 w 3308032"/>
              <a:gd name="csY259" fmla="*/ 1072039 h 1458087"/>
              <a:gd name="csX260" fmla="*/ 2353532 w 3308032"/>
              <a:gd name="csY260" fmla="*/ 1063466 h 1458087"/>
              <a:gd name="csX261" fmla="*/ 2326767 w 3308032"/>
              <a:gd name="csY261" fmla="*/ 1061276 h 145808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  <a:cxn ang="0">
                <a:pos x="csX36" y="csY36"/>
              </a:cxn>
              <a:cxn ang="0">
                <a:pos x="csX37" y="csY37"/>
              </a:cxn>
              <a:cxn ang="0">
                <a:pos x="csX38" y="csY38"/>
              </a:cxn>
              <a:cxn ang="0">
                <a:pos x="csX39" y="csY39"/>
              </a:cxn>
              <a:cxn ang="0">
                <a:pos x="csX40" y="csY40"/>
              </a:cxn>
              <a:cxn ang="0">
                <a:pos x="csX41" y="csY41"/>
              </a:cxn>
              <a:cxn ang="0">
                <a:pos x="csX42" y="csY42"/>
              </a:cxn>
              <a:cxn ang="0">
                <a:pos x="csX43" y="csY43"/>
              </a:cxn>
              <a:cxn ang="0">
                <a:pos x="csX44" y="csY44"/>
              </a:cxn>
              <a:cxn ang="0">
                <a:pos x="csX45" y="csY45"/>
              </a:cxn>
              <a:cxn ang="0">
                <a:pos x="csX46" y="csY46"/>
              </a:cxn>
              <a:cxn ang="0">
                <a:pos x="csX47" y="csY47"/>
              </a:cxn>
              <a:cxn ang="0">
                <a:pos x="csX48" y="csY48"/>
              </a:cxn>
              <a:cxn ang="0">
                <a:pos x="csX49" y="csY49"/>
              </a:cxn>
              <a:cxn ang="0">
                <a:pos x="csX50" y="csY50"/>
              </a:cxn>
              <a:cxn ang="0">
                <a:pos x="csX51" y="csY51"/>
              </a:cxn>
              <a:cxn ang="0">
                <a:pos x="csX52" y="csY52"/>
              </a:cxn>
              <a:cxn ang="0">
                <a:pos x="csX53" y="csY53"/>
              </a:cxn>
              <a:cxn ang="0">
                <a:pos x="csX54" y="csY54"/>
              </a:cxn>
              <a:cxn ang="0">
                <a:pos x="csX55" y="csY55"/>
              </a:cxn>
              <a:cxn ang="0">
                <a:pos x="csX56" y="csY56"/>
              </a:cxn>
              <a:cxn ang="0">
                <a:pos x="csX57" y="csY57"/>
              </a:cxn>
              <a:cxn ang="0">
                <a:pos x="csX58" y="csY58"/>
              </a:cxn>
              <a:cxn ang="0">
                <a:pos x="csX59" y="csY59"/>
              </a:cxn>
              <a:cxn ang="0">
                <a:pos x="csX60" y="csY60"/>
              </a:cxn>
              <a:cxn ang="0">
                <a:pos x="csX61" y="csY61"/>
              </a:cxn>
              <a:cxn ang="0">
                <a:pos x="csX62" y="csY62"/>
              </a:cxn>
              <a:cxn ang="0">
                <a:pos x="csX63" y="csY63"/>
              </a:cxn>
              <a:cxn ang="0">
                <a:pos x="csX64" y="csY64"/>
              </a:cxn>
              <a:cxn ang="0">
                <a:pos x="csX65" y="csY65"/>
              </a:cxn>
              <a:cxn ang="0">
                <a:pos x="csX66" y="csY66"/>
              </a:cxn>
              <a:cxn ang="0">
                <a:pos x="csX67" y="csY67"/>
              </a:cxn>
              <a:cxn ang="0">
                <a:pos x="csX68" y="csY68"/>
              </a:cxn>
              <a:cxn ang="0">
                <a:pos x="csX69" y="csY69"/>
              </a:cxn>
              <a:cxn ang="0">
                <a:pos x="csX70" y="csY70"/>
              </a:cxn>
              <a:cxn ang="0">
                <a:pos x="csX71" y="csY71"/>
              </a:cxn>
              <a:cxn ang="0">
                <a:pos x="csX72" y="csY72"/>
              </a:cxn>
              <a:cxn ang="0">
                <a:pos x="csX73" y="csY73"/>
              </a:cxn>
              <a:cxn ang="0">
                <a:pos x="csX74" y="csY74"/>
              </a:cxn>
              <a:cxn ang="0">
                <a:pos x="csX75" y="csY75"/>
              </a:cxn>
              <a:cxn ang="0">
                <a:pos x="csX76" y="csY76"/>
              </a:cxn>
              <a:cxn ang="0">
                <a:pos x="csX77" y="csY77"/>
              </a:cxn>
              <a:cxn ang="0">
                <a:pos x="csX78" y="csY78"/>
              </a:cxn>
              <a:cxn ang="0">
                <a:pos x="csX79" y="csY79"/>
              </a:cxn>
              <a:cxn ang="0">
                <a:pos x="csX80" y="csY80"/>
              </a:cxn>
              <a:cxn ang="0">
                <a:pos x="csX81" y="csY81"/>
              </a:cxn>
              <a:cxn ang="0">
                <a:pos x="csX82" y="csY82"/>
              </a:cxn>
              <a:cxn ang="0">
                <a:pos x="csX83" y="csY83"/>
              </a:cxn>
              <a:cxn ang="0">
                <a:pos x="csX84" y="csY84"/>
              </a:cxn>
              <a:cxn ang="0">
                <a:pos x="csX85" y="csY85"/>
              </a:cxn>
              <a:cxn ang="0">
                <a:pos x="csX86" y="csY86"/>
              </a:cxn>
              <a:cxn ang="0">
                <a:pos x="csX87" y="csY87"/>
              </a:cxn>
              <a:cxn ang="0">
                <a:pos x="csX88" y="csY88"/>
              </a:cxn>
              <a:cxn ang="0">
                <a:pos x="csX89" y="csY89"/>
              </a:cxn>
              <a:cxn ang="0">
                <a:pos x="csX90" y="csY90"/>
              </a:cxn>
              <a:cxn ang="0">
                <a:pos x="csX91" y="csY91"/>
              </a:cxn>
              <a:cxn ang="0">
                <a:pos x="csX92" y="csY92"/>
              </a:cxn>
              <a:cxn ang="0">
                <a:pos x="csX93" y="csY93"/>
              </a:cxn>
              <a:cxn ang="0">
                <a:pos x="csX94" y="csY94"/>
              </a:cxn>
              <a:cxn ang="0">
                <a:pos x="csX95" y="csY95"/>
              </a:cxn>
              <a:cxn ang="0">
                <a:pos x="csX96" y="csY96"/>
              </a:cxn>
              <a:cxn ang="0">
                <a:pos x="csX97" y="csY97"/>
              </a:cxn>
              <a:cxn ang="0">
                <a:pos x="csX98" y="csY98"/>
              </a:cxn>
              <a:cxn ang="0">
                <a:pos x="csX99" y="csY99"/>
              </a:cxn>
              <a:cxn ang="0">
                <a:pos x="csX100" y="csY100"/>
              </a:cxn>
              <a:cxn ang="0">
                <a:pos x="csX101" y="csY101"/>
              </a:cxn>
              <a:cxn ang="0">
                <a:pos x="csX102" y="csY102"/>
              </a:cxn>
              <a:cxn ang="0">
                <a:pos x="csX103" y="csY103"/>
              </a:cxn>
              <a:cxn ang="0">
                <a:pos x="csX104" y="csY104"/>
              </a:cxn>
              <a:cxn ang="0">
                <a:pos x="csX105" y="csY105"/>
              </a:cxn>
              <a:cxn ang="0">
                <a:pos x="csX106" y="csY106"/>
              </a:cxn>
              <a:cxn ang="0">
                <a:pos x="csX107" y="csY107"/>
              </a:cxn>
              <a:cxn ang="0">
                <a:pos x="csX108" y="csY108"/>
              </a:cxn>
              <a:cxn ang="0">
                <a:pos x="csX109" y="csY109"/>
              </a:cxn>
              <a:cxn ang="0">
                <a:pos x="csX110" y="csY110"/>
              </a:cxn>
              <a:cxn ang="0">
                <a:pos x="csX111" y="csY111"/>
              </a:cxn>
              <a:cxn ang="0">
                <a:pos x="csX112" y="csY112"/>
              </a:cxn>
              <a:cxn ang="0">
                <a:pos x="csX113" y="csY113"/>
              </a:cxn>
              <a:cxn ang="0">
                <a:pos x="csX114" y="csY114"/>
              </a:cxn>
              <a:cxn ang="0">
                <a:pos x="csX115" y="csY115"/>
              </a:cxn>
              <a:cxn ang="0">
                <a:pos x="csX116" y="csY116"/>
              </a:cxn>
              <a:cxn ang="0">
                <a:pos x="csX117" y="csY117"/>
              </a:cxn>
              <a:cxn ang="0">
                <a:pos x="csX118" y="csY118"/>
              </a:cxn>
              <a:cxn ang="0">
                <a:pos x="csX119" y="csY119"/>
              </a:cxn>
              <a:cxn ang="0">
                <a:pos x="csX120" y="csY120"/>
              </a:cxn>
              <a:cxn ang="0">
                <a:pos x="csX121" y="csY121"/>
              </a:cxn>
              <a:cxn ang="0">
                <a:pos x="csX122" y="csY122"/>
              </a:cxn>
              <a:cxn ang="0">
                <a:pos x="csX123" y="csY123"/>
              </a:cxn>
              <a:cxn ang="0">
                <a:pos x="csX124" y="csY124"/>
              </a:cxn>
              <a:cxn ang="0">
                <a:pos x="csX125" y="csY125"/>
              </a:cxn>
              <a:cxn ang="0">
                <a:pos x="csX126" y="csY126"/>
              </a:cxn>
              <a:cxn ang="0">
                <a:pos x="csX127" y="csY127"/>
              </a:cxn>
              <a:cxn ang="0">
                <a:pos x="csX128" y="csY128"/>
              </a:cxn>
              <a:cxn ang="0">
                <a:pos x="csX129" y="csY129"/>
              </a:cxn>
              <a:cxn ang="0">
                <a:pos x="csX130" y="csY130"/>
              </a:cxn>
              <a:cxn ang="0">
                <a:pos x="csX131" y="csY131"/>
              </a:cxn>
              <a:cxn ang="0">
                <a:pos x="csX132" y="csY132"/>
              </a:cxn>
              <a:cxn ang="0">
                <a:pos x="csX133" y="csY133"/>
              </a:cxn>
              <a:cxn ang="0">
                <a:pos x="csX134" y="csY134"/>
              </a:cxn>
              <a:cxn ang="0">
                <a:pos x="csX135" y="csY135"/>
              </a:cxn>
              <a:cxn ang="0">
                <a:pos x="csX136" y="csY136"/>
              </a:cxn>
              <a:cxn ang="0">
                <a:pos x="csX137" y="csY137"/>
              </a:cxn>
              <a:cxn ang="0">
                <a:pos x="csX138" y="csY138"/>
              </a:cxn>
              <a:cxn ang="0">
                <a:pos x="csX139" y="csY139"/>
              </a:cxn>
              <a:cxn ang="0">
                <a:pos x="csX140" y="csY140"/>
              </a:cxn>
              <a:cxn ang="0">
                <a:pos x="csX141" y="csY141"/>
              </a:cxn>
              <a:cxn ang="0">
                <a:pos x="csX142" y="csY142"/>
              </a:cxn>
              <a:cxn ang="0">
                <a:pos x="csX143" y="csY143"/>
              </a:cxn>
              <a:cxn ang="0">
                <a:pos x="csX144" y="csY144"/>
              </a:cxn>
              <a:cxn ang="0">
                <a:pos x="csX145" y="csY145"/>
              </a:cxn>
              <a:cxn ang="0">
                <a:pos x="csX146" y="csY146"/>
              </a:cxn>
              <a:cxn ang="0">
                <a:pos x="csX147" y="csY147"/>
              </a:cxn>
              <a:cxn ang="0">
                <a:pos x="csX148" y="csY148"/>
              </a:cxn>
              <a:cxn ang="0">
                <a:pos x="csX149" y="csY149"/>
              </a:cxn>
              <a:cxn ang="0">
                <a:pos x="csX150" y="csY150"/>
              </a:cxn>
              <a:cxn ang="0">
                <a:pos x="csX151" y="csY151"/>
              </a:cxn>
              <a:cxn ang="0">
                <a:pos x="csX152" y="csY152"/>
              </a:cxn>
              <a:cxn ang="0">
                <a:pos x="csX153" y="csY153"/>
              </a:cxn>
              <a:cxn ang="0">
                <a:pos x="csX154" y="csY154"/>
              </a:cxn>
              <a:cxn ang="0">
                <a:pos x="csX155" y="csY155"/>
              </a:cxn>
              <a:cxn ang="0">
                <a:pos x="csX156" y="csY156"/>
              </a:cxn>
              <a:cxn ang="0">
                <a:pos x="csX157" y="csY157"/>
              </a:cxn>
              <a:cxn ang="0">
                <a:pos x="csX158" y="csY158"/>
              </a:cxn>
              <a:cxn ang="0">
                <a:pos x="csX159" y="csY159"/>
              </a:cxn>
              <a:cxn ang="0">
                <a:pos x="csX160" y="csY160"/>
              </a:cxn>
              <a:cxn ang="0">
                <a:pos x="csX161" y="csY161"/>
              </a:cxn>
              <a:cxn ang="0">
                <a:pos x="csX162" y="csY162"/>
              </a:cxn>
              <a:cxn ang="0">
                <a:pos x="csX163" y="csY163"/>
              </a:cxn>
              <a:cxn ang="0">
                <a:pos x="csX164" y="csY164"/>
              </a:cxn>
              <a:cxn ang="0">
                <a:pos x="csX165" y="csY165"/>
              </a:cxn>
              <a:cxn ang="0">
                <a:pos x="csX166" y="csY166"/>
              </a:cxn>
              <a:cxn ang="0">
                <a:pos x="csX167" y="csY167"/>
              </a:cxn>
              <a:cxn ang="0">
                <a:pos x="csX168" y="csY168"/>
              </a:cxn>
              <a:cxn ang="0">
                <a:pos x="csX169" y="csY169"/>
              </a:cxn>
              <a:cxn ang="0">
                <a:pos x="csX170" y="csY170"/>
              </a:cxn>
              <a:cxn ang="0">
                <a:pos x="csX171" y="csY171"/>
              </a:cxn>
              <a:cxn ang="0">
                <a:pos x="csX172" y="csY172"/>
              </a:cxn>
              <a:cxn ang="0">
                <a:pos x="csX173" y="csY173"/>
              </a:cxn>
              <a:cxn ang="0">
                <a:pos x="csX174" y="csY174"/>
              </a:cxn>
              <a:cxn ang="0">
                <a:pos x="csX175" y="csY175"/>
              </a:cxn>
              <a:cxn ang="0">
                <a:pos x="csX176" y="csY176"/>
              </a:cxn>
              <a:cxn ang="0">
                <a:pos x="csX177" y="csY177"/>
              </a:cxn>
              <a:cxn ang="0">
                <a:pos x="csX178" y="csY178"/>
              </a:cxn>
              <a:cxn ang="0">
                <a:pos x="csX179" y="csY179"/>
              </a:cxn>
              <a:cxn ang="0">
                <a:pos x="csX180" y="csY180"/>
              </a:cxn>
              <a:cxn ang="0">
                <a:pos x="csX181" y="csY181"/>
              </a:cxn>
              <a:cxn ang="0">
                <a:pos x="csX182" y="csY182"/>
              </a:cxn>
              <a:cxn ang="0">
                <a:pos x="csX183" y="csY183"/>
              </a:cxn>
              <a:cxn ang="0">
                <a:pos x="csX184" y="csY184"/>
              </a:cxn>
              <a:cxn ang="0">
                <a:pos x="csX185" y="csY185"/>
              </a:cxn>
              <a:cxn ang="0">
                <a:pos x="csX186" y="csY186"/>
              </a:cxn>
              <a:cxn ang="0">
                <a:pos x="csX187" y="csY187"/>
              </a:cxn>
              <a:cxn ang="0">
                <a:pos x="csX188" y="csY188"/>
              </a:cxn>
              <a:cxn ang="0">
                <a:pos x="csX189" y="csY189"/>
              </a:cxn>
              <a:cxn ang="0">
                <a:pos x="csX190" y="csY190"/>
              </a:cxn>
              <a:cxn ang="0">
                <a:pos x="csX191" y="csY191"/>
              </a:cxn>
              <a:cxn ang="0">
                <a:pos x="csX192" y="csY192"/>
              </a:cxn>
              <a:cxn ang="0">
                <a:pos x="csX193" y="csY193"/>
              </a:cxn>
              <a:cxn ang="0">
                <a:pos x="csX194" y="csY194"/>
              </a:cxn>
              <a:cxn ang="0">
                <a:pos x="csX195" y="csY195"/>
              </a:cxn>
              <a:cxn ang="0">
                <a:pos x="csX196" y="csY196"/>
              </a:cxn>
              <a:cxn ang="0">
                <a:pos x="csX197" y="csY197"/>
              </a:cxn>
              <a:cxn ang="0">
                <a:pos x="csX198" y="csY198"/>
              </a:cxn>
              <a:cxn ang="0">
                <a:pos x="csX199" y="csY199"/>
              </a:cxn>
              <a:cxn ang="0">
                <a:pos x="csX200" y="csY200"/>
              </a:cxn>
              <a:cxn ang="0">
                <a:pos x="csX201" y="csY201"/>
              </a:cxn>
              <a:cxn ang="0">
                <a:pos x="csX202" y="csY202"/>
              </a:cxn>
              <a:cxn ang="0">
                <a:pos x="csX203" y="csY203"/>
              </a:cxn>
              <a:cxn ang="0">
                <a:pos x="csX204" y="csY204"/>
              </a:cxn>
              <a:cxn ang="0">
                <a:pos x="csX205" y="csY205"/>
              </a:cxn>
              <a:cxn ang="0">
                <a:pos x="csX206" y="csY206"/>
              </a:cxn>
              <a:cxn ang="0">
                <a:pos x="csX207" y="csY207"/>
              </a:cxn>
              <a:cxn ang="0">
                <a:pos x="csX208" y="csY208"/>
              </a:cxn>
              <a:cxn ang="0">
                <a:pos x="csX209" y="csY209"/>
              </a:cxn>
              <a:cxn ang="0">
                <a:pos x="csX210" y="csY210"/>
              </a:cxn>
              <a:cxn ang="0">
                <a:pos x="csX211" y="csY211"/>
              </a:cxn>
              <a:cxn ang="0">
                <a:pos x="csX212" y="csY212"/>
              </a:cxn>
              <a:cxn ang="0">
                <a:pos x="csX213" y="csY213"/>
              </a:cxn>
              <a:cxn ang="0">
                <a:pos x="csX214" y="csY214"/>
              </a:cxn>
              <a:cxn ang="0">
                <a:pos x="csX215" y="csY215"/>
              </a:cxn>
              <a:cxn ang="0">
                <a:pos x="csX216" y="csY216"/>
              </a:cxn>
              <a:cxn ang="0">
                <a:pos x="csX217" y="csY217"/>
              </a:cxn>
              <a:cxn ang="0">
                <a:pos x="csX218" y="csY218"/>
              </a:cxn>
              <a:cxn ang="0">
                <a:pos x="csX219" y="csY219"/>
              </a:cxn>
              <a:cxn ang="0">
                <a:pos x="csX220" y="csY220"/>
              </a:cxn>
              <a:cxn ang="0">
                <a:pos x="csX221" y="csY221"/>
              </a:cxn>
              <a:cxn ang="0">
                <a:pos x="csX222" y="csY222"/>
              </a:cxn>
              <a:cxn ang="0">
                <a:pos x="csX223" y="csY223"/>
              </a:cxn>
              <a:cxn ang="0">
                <a:pos x="csX224" y="csY224"/>
              </a:cxn>
              <a:cxn ang="0">
                <a:pos x="csX225" y="csY225"/>
              </a:cxn>
              <a:cxn ang="0">
                <a:pos x="csX226" y="csY226"/>
              </a:cxn>
              <a:cxn ang="0">
                <a:pos x="csX227" y="csY227"/>
              </a:cxn>
              <a:cxn ang="0">
                <a:pos x="csX228" y="csY228"/>
              </a:cxn>
              <a:cxn ang="0">
                <a:pos x="csX229" y="csY229"/>
              </a:cxn>
              <a:cxn ang="0">
                <a:pos x="csX230" y="csY230"/>
              </a:cxn>
              <a:cxn ang="0">
                <a:pos x="csX231" y="csY231"/>
              </a:cxn>
              <a:cxn ang="0">
                <a:pos x="csX232" y="csY232"/>
              </a:cxn>
              <a:cxn ang="0">
                <a:pos x="csX233" y="csY233"/>
              </a:cxn>
              <a:cxn ang="0">
                <a:pos x="csX234" y="csY234"/>
              </a:cxn>
              <a:cxn ang="0">
                <a:pos x="csX235" y="csY235"/>
              </a:cxn>
              <a:cxn ang="0">
                <a:pos x="csX236" y="csY236"/>
              </a:cxn>
              <a:cxn ang="0">
                <a:pos x="csX237" y="csY237"/>
              </a:cxn>
              <a:cxn ang="0">
                <a:pos x="csX238" y="csY238"/>
              </a:cxn>
              <a:cxn ang="0">
                <a:pos x="csX239" y="csY239"/>
              </a:cxn>
              <a:cxn ang="0">
                <a:pos x="csX240" y="csY240"/>
              </a:cxn>
              <a:cxn ang="0">
                <a:pos x="csX241" y="csY241"/>
              </a:cxn>
              <a:cxn ang="0">
                <a:pos x="csX242" y="csY242"/>
              </a:cxn>
              <a:cxn ang="0">
                <a:pos x="csX243" y="csY243"/>
              </a:cxn>
              <a:cxn ang="0">
                <a:pos x="csX244" y="csY244"/>
              </a:cxn>
              <a:cxn ang="0">
                <a:pos x="csX245" y="csY245"/>
              </a:cxn>
              <a:cxn ang="0">
                <a:pos x="csX246" y="csY246"/>
              </a:cxn>
              <a:cxn ang="0">
                <a:pos x="csX247" y="csY247"/>
              </a:cxn>
              <a:cxn ang="0">
                <a:pos x="csX248" y="csY248"/>
              </a:cxn>
              <a:cxn ang="0">
                <a:pos x="csX249" y="csY249"/>
              </a:cxn>
              <a:cxn ang="0">
                <a:pos x="csX250" y="csY250"/>
              </a:cxn>
              <a:cxn ang="0">
                <a:pos x="csX251" y="csY251"/>
              </a:cxn>
              <a:cxn ang="0">
                <a:pos x="csX252" y="csY252"/>
              </a:cxn>
              <a:cxn ang="0">
                <a:pos x="csX253" y="csY253"/>
              </a:cxn>
              <a:cxn ang="0">
                <a:pos x="csX254" y="csY254"/>
              </a:cxn>
              <a:cxn ang="0">
                <a:pos x="csX255" y="csY255"/>
              </a:cxn>
              <a:cxn ang="0">
                <a:pos x="csX256" y="csY256"/>
              </a:cxn>
              <a:cxn ang="0">
                <a:pos x="csX257" y="csY257"/>
              </a:cxn>
              <a:cxn ang="0">
                <a:pos x="csX258" y="csY258"/>
              </a:cxn>
              <a:cxn ang="0">
                <a:pos x="csX259" y="csY259"/>
              </a:cxn>
              <a:cxn ang="0">
                <a:pos x="csX260" y="csY260"/>
              </a:cxn>
              <a:cxn ang="0">
                <a:pos x="csX261" y="csY261"/>
              </a:cxn>
            </a:cxnLst>
            <a:rect l="l" t="t" r="r" b="b"/>
            <a:pathLst>
              <a:path w="3308032" h="1458087">
                <a:moveTo>
                  <a:pt x="542449" y="193548"/>
                </a:moveTo>
                <a:cubicBezTo>
                  <a:pt x="542830" y="180499"/>
                  <a:pt x="543116" y="165735"/>
                  <a:pt x="543401" y="149066"/>
                </a:cubicBezTo>
                <a:lnTo>
                  <a:pt x="541211" y="149066"/>
                </a:lnTo>
                <a:cubicBezTo>
                  <a:pt x="539020" y="156496"/>
                  <a:pt x="536829" y="162973"/>
                  <a:pt x="534924" y="168593"/>
                </a:cubicBezTo>
                <a:cubicBezTo>
                  <a:pt x="532924" y="174212"/>
                  <a:pt x="530733" y="180118"/>
                  <a:pt x="528257" y="186309"/>
                </a:cubicBezTo>
                <a:lnTo>
                  <a:pt x="374618" y="572929"/>
                </a:lnTo>
                <a:lnTo>
                  <a:pt x="310229" y="572929"/>
                </a:lnTo>
                <a:lnTo>
                  <a:pt x="155448" y="189738"/>
                </a:lnTo>
                <a:cubicBezTo>
                  <a:pt x="153448" y="184023"/>
                  <a:pt x="151447" y="178308"/>
                  <a:pt x="149352" y="172402"/>
                </a:cubicBezTo>
                <a:cubicBezTo>
                  <a:pt x="147257" y="166592"/>
                  <a:pt x="144589" y="158782"/>
                  <a:pt x="141351" y="149162"/>
                </a:cubicBezTo>
                <a:lnTo>
                  <a:pt x="139160" y="149162"/>
                </a:lnTo>
                <a:cubicBezTo>
                  <a:pt x="139637" y="164592"/>
                  <a:pt x="140018" y="180118"/>
                  <a:pt x="140303" y="195834"/>
                </a:cubicBezTo>
                <a:cubicBezTo>
                  <a:pt x="140589" y="211550"/>
                  <a:pt x="140684" y="228505"/>
                  <a:pt x="140684" y="246602"/>
                </a:cubicBezTo>
                <a:lnTo>
                  <a:pt x="140684" y="572929"/>
                </a:lnTo>
                <a:lnTo>
                  <a:pt x="55817" y="572929"/>
                </a:lnTo>
                <a:lnTo>
                  <a:pt x="55817" y="39338"/>
                </a:lnTo>
                <a:lnTo>
                  <a:pt x="185642" y="39338"/>
                </a:lnTo>
                <a:lnTo>
                  <a:pt x="322231" y="383477"/>
                </a:lnTo>
                <a:cubicBezTo>
                  <a:pt x="327470" y="396145"/>
                  <a:pt x="331565" y="406908"/>
                  <a:pt x="334709" y="415671"/>
                </a:cubicBezTo>
                <a:cubicBezTo>
                  <a:pt x="337852" y="424434"/>
                  <a:pt x="340805" y="434245"/>
                  <a:pt x="343853" y="444913"/>
                </a:cubicBezTo>
                <a:lnTo>
                  <a:pt x="346043" y="444913"/>
                </a:lnTo>
                <a:cubicBezTo>
                  <a:pt x="350520" y="433007"/>
                  <a:pt x="354520" y="422243"/>
                  <a:pt x="358140" y="412528"/>
                </a:cubicBezTo>
                <a:cubicBezTo>
                  <a:pt x="361760" y="402812"/>
                  <a:pt x="365474" y="392811"/>
                  <a:pt x="369475" y="382429"/>
                </a:cubicBezTo>
                <a:lnTo>
                  <a:pt x="507873" y="39338"/>
                </a:lnTo>
                <a:lnTo>
                  <a:pt x="632555" y="39338"/>
                </a:lnTo>
                <a:lnTo>
                  <a:pt x="632555" y="572929"/>
                </a:lnTo>
                <a:lnTo>
                  <a:pt x="542163" y="572929"/>
                </a:lnTo>
                <a:lnTo>
                  <a:pt x="542163" y="234315"/>
                </a:lnTo>
                <a:cubicBezTo>
                  <a:pt x="542163" y="220218"/>
                  <a:pt x="542354" y="206597"/>
                  <a:pt x="542735" y="193548"/>
                </a:cubicBezTo>
                <a:close/>
                <a:moveTo>
                  <a:pt x="768001" y="14383"/>
                </a:moveTo>
                <a:cubicBezTo>
                  <a:pt x="751904" y="14383"/>
                  <a:pt x="738759" y="19431"/>
                  <a:pt x="728567" y="29623"/>
                </a:cubicBezTo>
                <a:cubicBezTo>
                  <a:pt x="718376" y="39815"/>
                  <a:pt x="713327" y="52292"/>
                  <a:pt x="713327" y="67247"/>
                </a:cubicBezTo>
                <a:cubicBezTo>
                  <a:pt x="713327" y="82201"/>
                  <a:pt x="718376" y="94488"/>
                  <a:pt x="728567" y="104966"/>
                </a:cubicBezTo>
                <a:cubicBezTo>
                  <a:pt x="738759" y="115538"/>
                  <a:pt x="751904" y="120777"/>
                  <a:pt x="768001" y="120777"/>
                </a:cubicBezTo>
                <a:cubicBezTo>
                  <a:pt x="784098" y="120777"/>
                  <a:pt x="798005" y="115729"/>
                  <a:pt x="808196" y="105537"/>
                </a:cubicBezTo>
                <a:cubicBezTo>
                  <a:pt x="818388" y="95345"/>
                  <a:pt x="823436" y="82677"/>
                  <a:pt x="823436" y="67627"/>
                </a:cubicBezTo>
                <a:cubicBezTo>
                  <a:pt x="823436" y="52578"/>
                  <a:pt x="818388" y="39815"/>
                  <a:pt x="808196" y="29718"/>
                </a:cubicBezTo>
                <a:cubicBezTo>
                  <a:pt x="798005" y="19526"/>
                  <a:pt x="784669" y="14478"/>
                  <a:pt x="768001" y="14478"/>
                </a:cubicBezTo>
                <a:close/>
                <a:moveTo>
                  <a:pt x="723329" y="572834"/>
                </a:moveTo>
                <a:lnTo>
                  <a:pt x="812292" y="572834"/>
                </a:lnTo>
                <a:lnTo>
                  <a:pt x="812292" y="191834"/>
                </a:lnTo>
                <a:lnTo>
                  <a:pt x="723329" y="191834"/>
                </a:lnTo>
                <a:lnTo>
                  <a:pt x="723329" y="572834"/>
                </a:lnTo>
                <a:close/>
                <a:moveTo>
                  <a:pt x="1079278" y="581787"/>
                </a:moveTo>
                <a:cubicBezTo>
                  <a:pt x="1112234" y="581787"/>
                  <a:pt x="1142238" y="575120"/>
                  <a:pt x="1169099" y="561689"/>
                </a:cubicBezTo>
                <a:cubicBezTo>
                  <a:pt x="1195959" y="548259"/>
                  <a:pt x="1217867" y="527876"/>
                  <a:pt x="1234726" y="500253"/>
                </a:cubicBezTo>
                <a:lnTo>
                  <a:pt x="1165860" y="461582"/>
                </a:lnTo>
                <a:cubicBezTo>
                  <a:pt x="1154716" y="478250"/>
                  <a:pt x="1142048" y="490061"/>
                  <a:pt x="1127951" y="497110"/>
                </a:cubicBezTo>
                <a:cubicBezTo>
                  <a:pt x="1113854" y="504158"/>
                  <a:pt x="1098328" y="507683"/>
                  <a:pt x="1081469" y="507683"/>
                </a:cubicBezTo>
                <a:cubicBezTo>
                  <a:pt x="1049179" y="507683"/>
                  <a:pt x="1023461" y="496919"/>
                  <a:pt x="1004126" y="475298"/>
                </a:cubicBezTo>
                <a:cubicBezTo>
                  <a:pt x="984790" y="453676"/>
                  <a:pt x="975074" y="423005"/>
                  <a:pt x="975074" y="383000"/>
                </a:cubicBezTo>
                <a:cubicBezTo>
                  <a:pt x="975074" y="342995"/>
                  <a:pt x="984885" y="311087"/>
                  <a:pt x="1004506" y="288512"/>
                </a:cubicBezTo>
                <a:cubicBezTo>
                  <a:pt x="1024128" y="265938"/>
                  <a:pt x="1048988" y="254699"/>
                  <a:pt x="1079278" y="254699"/>
                </a:cubicBezTo>
                <a:cubicBezTo>
                  <a:pt x="1096613" y="254699"/>
                  <a:pt x="1112044" y="258318"/>
                  <a:pt x="1125379" y="265462"/>
                </a:cubicBezTo>
                <a:cubicBezTo>
                  <a:pt x="1138809" y="272701"/>
                  <a:pt x="1151192" y="284798"/>
                  <a:pt x="1162622" y="301943"/>
                </a:cubicBezTo>
                <a:lnTo>
                  <a:pt x="1232535" y="267367"/>
                </a:lnTo>
                <a:cubicBezTo>
                  <a:pt x="1219105" y="239554"/>
                  <a:pt x="1199102" y="218599"/>
                  <a:pt x="1172432" y="204311"/>
                </a:cubicBezTo>
                <a:cubicBezTo>
                  <a:pt x="1145762" y="190024"/>
                  <a:pt x="1115663" y="182880"/>
                  <a:pt x="1082231" y="182880"/>
                </a:cubicBezTo>
                <a:cubicBezTo>
                  <a:pt x="1023652" y="182880"/>
                  <a:pt x="976027" y="201263"/>
                  <a:pt x="939356" y="238125"/>
                </a:cubicBezTo>
                <a:cubicBezTo>
                  <a:pt x="902589" y="274987"/>
                  <a:pt x="884301" y="325279"/>
                  <a:pt x="884301" y="389001"/>
                </a:cubicBezTo>
                <a:cubicBezTo>
                  <a:pt x="884301" y="447008"/>
                  <a:pt x="901541" y="493681"/>
                  <a:pt x="936022" y="528923"/>
                </a:cubicBezTo>
                <a:cubicBezTo>
                  <a:pt x="970502" y="564166"/>
                  <a:pt x="1018223" y="581787"/>
                  <a:pt x="1079278" y="581787"/>
                </a:cubicBezTo>
                <a:close/>
                <a:moveTo>
                  <a:pt x="1393031" y="384524"/>
                </a:moveTo>
                <a:cubicBezTo>
                  <a:pt x="1393031" y="348044"/>
                  <a:pt x="1400937" y="318707"/>
                  <a:pt x="1416653" y="296323"/>
                </a:cubicBezTo>
                <a:cubicBezTo>
                  <a:pt x="1432370" y="274034"/>
                  <a:pt x="1453039" y="262795"/>
                  <a:pt x="1478566" y="262795"/>
                </a:cubicBezTo>
                <a:cubicBezTo>
                  <a:pt x="1486757" y="262795"/>
                  <a:pt x="1494473" y="263557"/>
                  <a:pt x="1501807" y="265176"/>
                </a:cubicBezTo>
                <a:cubicBezTo>
                  <a:pt x="1509141" y="266795"/>
                  <a:pt x="1516380" y="268986"/>
                  <a:pt x="1523619" y="271653"/>
                </a:cubicBezTo>
                <a:lnTo>
                  <a:pt x="1547432" y="195739"/>
                </a:lnTo>
                <a:cubicBezTo>
                  <a:pt x="1538002" y="191548"/>
                  <a:pt x="1529239" y="188690"/>
                  <a:pt x="1521047" y="187166"/>
                </a:cubicBezTo>
                <a:cubicBezTo>
                  <a:pt x="1512856" y="185642"/>
                  <a:pt x="1503902" y="184975"/>
                  <a:pt x="1494282" y="184975"/>
                </a:cubicBezTo>
                <a:cubicBezTo>
                  <a:pt x="1471422" y="184975"/>
                  <a:pt x="1451324" y="191452"/>
                  <a:pt x="1433989" y="204502"/>
                </a:cubicBezTo>
                <a:cubicBezTo>
                  <a:pt x="1416653" y="217551"/>
                  <a:pt x="1403509" y="236220"/>
                  <a:pt x="1394555" y="260509"/>
                </a:cubicBezTo>
                <a:lnTo>
                  <a:pt x="1393031" y="260509"/>
                </a:lnTo>
                <a:lnTo>
                  <a:pt x="1393031" y="191643"/>
                </a:lnTo>
                <a:lnTo>
                  <a:pt x="1304068" y="191643"/>
                </a:lnTo>
                <a:lnTo>
                  <a:pt x="1304068" y="572643"/>
                </a:lnTo>
                <a:lnTo>
                  <a:pt x="1393031" y="572643"/>
                </a:lnTo>
                <a:lnTo>
                  <a:pt x="1393031" y="384334"/>
                </a:lnTo>
                <a:close/>
                <a:moveTo>
                  <a:pt x="1621917" y="528542"/>
                </a:moveTo>
                <a:cubicBezTo>
                  <a:pt x="1586294" y="493109"/>
                  <a:pt x="1568482" y="445294"/>
                  <a:pt x="1568482" y="385286"/>
                </a:cubicBezTo>
                <a:cubicBezTo>
                  <a:pt x="1568768" y="324517"/>
                  <a:pt x="1587532" y="275558"/>
                  <a:pt x="1625060" y="238506"/>
                </a:cubicBezTo>
                <a:cubicBezTo>
                  <a:pt x="1662494" y="201454"/>
                  <a:pt x="1711262" y="182880"/>
                  <a:pt x="1771269" y="182880"/>
                </a:cubicBezTo>
                <a:cubicBezTo>
                  <a:pt x="1831277" y="182880"/>
                  <a:pt x="1879473" y="201073"/>
                  <a:pt x="1914335" y="237554"/>
                </a:cubicBezTo>
                <a:cubicBezTo>
                  <a:pt x="1949196" y="274034"/>
                  <a:pt x="1966627" y="321183"/>
                  <a:pt x="1966627" y="378905"/>
                </a:cubicBezTo>
                <a:cubicBezTo>
                  <a:pt x="1966627" y="436626"/>
                  <a:pt x="1948244" y="486537"/>
                  <a:pt x="1911572" y="524542"/>
                </a:cubicBezTo>
                <a:cubicBezTo>
                  <a:pt x="1874901" y="562642"/>
                  <a:pt x="1826324" y="581692"/>
                  <a:pt x="1766126" y="581692"/>
                </a:cubicBezTo>
                <a:cubicBezTo>
                  <a:pt x="1705928" y="581692"/>
                  <a:pt x="1657540" y="563975"/>
                  <a:pt x="1621917" y="528447"/>
                </a:cubicBezTo>
                <a:close/>
                <a:moveTo>
                  <a:pt x="1659350" y="383477"/>
                </a:moveTo>
                <a:cubicBezTo>
                  <a:pt x="1659350" y="422720"/>
                  <a:pt x="1669256" y="453580"/>
                  <a:pt x="1688973" y="476155"/>
                </a:cubicBezTo>
                <a:cubicBezTo>
                  <a:pt x="1708690" y="498729"/>
                  <a:pt x="1735550" y="509969"/>
                  <a:pt x="1769555" y="509969"/>
                </a:cubicBezTo>
                <a:cubicBezTo>
                  <a:pt x="1803559" y="509969"/>
                  <a:pt x="1829372" y="498348"/>
                  <a:pt x="1847850" y="475012"/>
                </a:cubicBezTo>
                <a:cubicBezTo>
                  <a:pt x="1866329" y="451675"/>
                  <a:pt x="1875568" y="420434"/>
                  <a:pt x="1875568" y="381286"/>
                </a:cubicBezTo>
                <a:cubicBezTo>
                  <a:pt x="1875568" y="342138"/>
                  <a:pt x="1866233" y="312801"/>
                  <a:pt x="1847660" y="289750"/>
                </a:cubicBezTo>
                <a:cubicBezTo>
                  <a:pt x="1829086" y="266700"/>
                  <a:pt x="1802892" y="255175"/>
                  <a:pt x="1769174" y="255175"/>
                </a:cubicBezTo>
                <a:cubicBezTo>
                  <a:pt x="1735455" y="255175"/>
                  <a:pt x="1709357" y="267081"/>
                  <a:pt x="1689354" y="290894"/>
                </a:cubicBezTo>
                <a:cubicBezTo>
                  <a:pt x="1669352" y="314706"/>
                  <a:pt x="1659446" y="345567"/>
                  <a:pt x="1659446" y="383572"/>
                </a:cubicBezTo>
                <a:close/>
                <a:moveTo>
                  <a:pt x="2267426" y="547878"/>
                </a:moveTo>
                <a:cubicBezTo>
                  <a:pt x="2294477" y="525304"/>
                  <a:pt x="2308003" y="495681"/>
                  <a:pt x="2308003" y="458915"/>
                </a:cubicBezTo>
                <a:cubicBezTo>
                  <a:pt x="2308003" y="426149"/>
                  <a:pt x="2297621" y="399859"/>
                  <a:pt x="2276761" y="380048"/>
                </a:cubicBezTo>
                <a:cubicBezTo>
                  <a:pt x="2255901" y="360236"/>
                  <a:pt x="2224373" y="346710"/>
                  <a:pt x="2182273" y="339471"/>
                </a:cubicBezTo>
                <a:cubicBezTo>
                  <a:pt x="2155222" y="334232"/>
                  <a:pt x="2136839" y="328232"/>
                  <a:pt x="2127028" y="321278"/>
                </a:cubicBezTo>
                <a:cubicBezTo>
                  <a:pt x="2117217" y="314325"/>
                  <a:pt x="2112359" y="304705"/>
                  <a:pt x="2112359" y="292227"/>
                </a:cubicBezTo>
                <a:cubicBezTo>
                  <a:pt x="2112359" y="279749"/>
                  <a:pt x="2117027" y="269272"/>
                  <a:pt x="2126456" y="261366"/>
                </a:cubicBezTo>
                <a:cubicBezTo>
                  <a:pt x="2135886" y="253460"/>
                  <a:pt x="2149602" y="249460"/>
                  <a:pt x="2167795" y="249460"/>
                </a:cubicBezTo>
                <a:cubicBezTo>
                  <a:pt x="2184654" y="249460"/>
                  <a:pt x="2199227" y="252413"/>
                  <a:pt x="2211515" y="258413"/>
                </a:cubicBezTo>
                <a:cubicBezTo>
                  <a:pt x="2223802" y="264414"/>
                  <a:pt x="2235613" y="273272"/>
                  <a:pt x="2247043" y="285179"/>
                </a:cubicBezTo>
                <a:lnTo>
                  <a:pt x="2298764" y="238316"/>
                </a:lnTo>
                <a:cubicBezTo>
                  <a:pt x="2284381" y="219742"/>
                  <a:pt x="2265902" y="205835"/>
                  <a:pt x="2243328" y="196596"/>
                </a:cubicBezTo>
                <a:cubicBezTo>
                  <a:pt x="2220754" y="187452"/>
                  <a:pt x="2196465" y="182785"/>
                  <a:pt x="2170367" y="182785"/>
                </a:cubicBezTo>
                <a:cubicBezTo>
                  <a:pt x="2129695" y="182785"/>
                  <a:pt x="2095976" y="193358"/>
                  <a:pt x="2069211" y="214598"/>
                </a:cubicBezTo>
                <a:cubicBezTo>
                  <a:pt x="2042446" y="235839"/>
                  <a:pt x="2029015" y="264986"/>
                  <a:pt x="2029015" y="302228"/>
                </a:cubicBezTo>
                <a:cubicBezTo>
                  <a:pt x="2029015" y="331280"/>
                  <a:pt x="2038922" y="355664"/>
                  <a:pt x="2058638" y="375380"/>
                </a:cubicBezTo>
                <a:cubicBezTo>
                  <a:pt x="2078355" y="395097"/>
                  <a:pt x="2113121" y="409289"/>
                  <a:pt x="2163032" y="417957"/>
                </a:cubicBezTo>
                <a:cubicBezTo>
                  <a:pt x="2183321" y="421672"/>
                  <a:pt x="2198656" y="427673"/>
                  <a:pt x="2208943" y="435959"/>
                </a:cubicBezTo>
                <a:cubicBezTo>
                  <a:pt x="2219230" y="444246"/>
                  <a:pt x="2224373" y="454628"/>
                  <a:pt x="2224373" y="467011"/>
                </a:cubicBezTo>
                <a:cubicBezTo>
                  <a:pt x="2224373" y="482155"/>
                  <a:pt x="2218944" y="493871"/>
                  <a:pt x="2207990" y="502158"/>
                </a:cubicBezTo>
                <a:cubicBezTo>
                  <a:pt x="2197037" y="510445"/>
                  <a:pt x="2181797" y="514636"/>
                  <a:pt x="2162271" y="514636"/>
                </a:cubicBezTo>
                <a:cubicBezTo>
                  <a:pt x="2144935" y="514636"/>
                  <a:pt x="2128361" y="510730"/>
                  <a:pt x="2112645" y="502920"/>
                </a:cubicBezTo>
                <a:cubicBezTo>
                  <a:pt x="2096929" y="495109"/>
                  <a:pt x="2082070" y="482060"/>
                  <a:pt x="2068163" y="463677"/>
                </a:cubicBezTo>
                <a:lnTo>
                  <a:pt x="2014633" y="511683"/>
                </a:lnTo>
                <a:cubicBezTo>
                  <a:pt x="2028730" y="534543"/>
                  <a:pt x="2048828" y="551879"/>
                  <a:pt x="2074926" y="563785"/>
                </a:cubicBezTo>
                <a:cubicBezTo>
                  <a:pt x="2101025" y="575691"/>
                  <a:pt x="2129885" y="581692"/>
                  <a:pt x="2161604" y="581692"/>
                </a:cubicBezTo>
                <a:cubicBezTo>
                  <a:pt x="2205228" y="581692"/>
                  <a:pt x="2240566" y="570452"/>
                  <a:pt x="2267617" y="547878"/>
                </a:cubicBezTo>
                <a:close/>
                <a:moveTo>
                  <a:pt x="2717292" y="237554"/>
                </a:moveTo>
                <a:cubicBezTo>
                  <a:pt x="2752154" y="274034"/>
                  <a:pt x="2769584" y="321183"/>
                  <a:pt x="2769584" y="378905"/>
                </a:cubicBezTo>
                <a:cubicBezTo>
                  <a:pt x="2769584" y="436626"/>
                  <a:pt x="2751201" y="486537"/>
                  <a:pt x="2714530" y="524542"/>
                </a:cubicBezTo>
                <a:cubicBezTo>
                  <a:pt x="2677859" y="562642"/>
                  <a:pt x="2629281" y="581692"/>
                  <a:pt x="2569083" y="581692"/>
                </a:cubicBezTo>
                <a:cubicBezTo>
                  <a:pt x="2508885" y="581692"/>
                  <a:pt x="2460498" y="563975"/>
                  <a:pt x="2424875" y="528447"/>
                </a:cubicBezTo>
                <a:cubicBezTo>
                  <a:pt x="2389251" y="493014"/>
                  <a:pt x="2371439" y="445199"/>
                  <a:pt x="2371439" y="385191"/>
                </a:cubicBezTo>
                <a:cubicBezTo>
                  <a:pt x="2371725" y="324422"/>
                  <a:pt x="2390489" y="275463"/>
                  <a:pt x="2428018" y="238411"/>
                </a:cubicBezTo>
                <a:cubicBezTo>
                  <a:pt x="2465451" y="201359"/>
                  <a:pt x="2514219" y="182785"/>
                  <a:pt x="2574227" y="182785"/>
                </a:cubicBezTo>
                <a:cubicBezTo>
                  <a:pt x="2634234" y="182785"/>
                  <a:pt x="2682431" y="200977"/>
                  <a:pt x="2717292" y="237458"/>
                </a:cubicBezTo>
                <a:close/>
                <a:moveTo>
                  <a:pt x="2678430" y="381191"/>
                </a:moveTo>
                <a:cubicBezTo>
                  <a:pt x="2678430" y="343281"/>
                  <a:pt x="2669096" y="312706"/>
                  <a:pt x="2650522" y="289655"/>
                </a:cubicBezTo>
                <a:cubicBezTo>
                  <a:pt x="2631948" y="266605"/>
                  <a:pt x="2605754" y="255079"/>
                  <a:pt x="2572036" y="255079"/>
                </a:cubicBezTo>
                <a:cubicBezTo>
                  <a:pt x="2538317" y="255079"/>
                  <a:pt x="2512219" y="266986"/>
                  <a:pt x="2492216" y="290798"/>
                </a:cubicBezTo>
                <a:cubicBezTo>
                  <a:pt x="2472214" y="314611"/>
                  <a:pt x="2462308" y="345472"/>
                  <a:pt x="2462308" y="383477"/>
                </a:cubicBezTo>
                <a:cubicBezTo>
                  <a:pt x="2462308" y="421481"/>
                  <a:pt x="2472214" y="453580"/>
                  <a:pt x="2491931" y="476155"/>
                </a:cubicBezTo>
                <a:cubicBezTo>
                  <a:pt x="2511647" y="498729"/>
                  <a:pt x="2538508" y="509969"/>
                  <a:pt x="2572512" y="509969"/>
                </a:cubicBezTo>
                <a:cubicBezTo>
                  <a:pt x="2606516" y="509969"/>
                  <a:pt x="2632329" y="498348"/>
                  <a:pt x="2650808" y="475012"/>
                </a:cubicBezTo>
                <a:cubicBezTo>
                  <a:pt x="2669286" y="451675"/>
                  <a:pt x="2678525" y="420434"/>
                  <a:pt x="2678525" y="381286"/>
                </a:cubicBezTo>
                <a:close/>
                <a:moveTo>
                  <a:pt x="3280410" y="494729"/>
                </a:moveTo>
                <a:cubicBezTo>
                  <a:pt x="3272028" y="500634"/>
                  <a:pt x="3264313" y="504920"/>
                  <a:pt x="3257360" y="507397"/>
                </a:cubicBezTo>
                <a:cubicBezTo>
                  <a:pt x="3250406" y="509873"/>
                  <a:pt x="3243453" y="511112"/>
                  <a:pt x="3236500" y="511112"/>
                </a:cubicBezTo>
                <a:cubicBezTo>
                  <a:pt x="3223070" y="511112"/>
                  <a:pt x="3212687" y="506730"/>
                  <a:pt x="3205258" y="497872"/>
                </a:cubicBezTo>
                <a:cubicBezTo>
                  <a:pt x="3197829" y="489109"/>
                  <a:pt x="3194114" y="475393"/>
                  <a:pt x="3194114" y="456724"/>
                </a:cubicBezTo>
                <a:lnTo>
                  <a:pt x="3194114" y="260985"/>
                </a:lnTo>
                <a:lnTo>
                  <a:pt x="3291269" y="260985"/>
                </a:lnTo>
                <a:lnTo>
                  <a:pt x="3291269" y="191738"/>
                </a:lnTo>
                <a:lnTo>
                  <a:pt x="3194114" y="191738"/>
                </a:lnTo>
                <a:lnTo>
                  <a:pt x="3194114" y="82677"/>
                </a:lnTo>
                <a:lnTo>
                  <a:pt x="3105150" y="98298"/>
                </a:lnTo>
                <a:lnTo>
                  <a:pt x="3105150" y="191643"/>
                </a:lnTo>
                <a:lnTo>
                  <a:pt x="2957227" y="191643"/>
                </a:lnTo>
                <a:lnTo>
                  <a:pt x="2957227" y="130969"/>
                </a:lnTo>
                <a:cubicBezTo>
                  <a:pt x="2957227" y="111157"/>
                  <a:pt x="2961513" y="96202"/>
                  <a:pt x="2970086" y="86297"/>
                </a:cubicBezTo>
                <a:cubicBezTo>
                  <a:pt x="2978658" y="76391"/>
                  <a:pt x="2990850" y="71438"/>
                  <a:pt x="3006757" y="71438"/>
                </a:cubicBezTo>
                <a:cubicBezTo>
                  <a:pt x="3014948" y="71438"/>
                  <a:pt x="3022473" y="72581"/>
                  <a:pt x="3029236" y="74962"/>
                </a:cubicBezTo>
                <a:cubicBezTo>
                  <a:pt x="3036094" y="77343"/>
                  <a:pt x="3042666" y="80581"/>
                  <a:pt x="3049143" y="84868"/>
                </a:cubicBezTo>
                <a:lnTo>
                  <a:pt x="3085624" y="20479"/>
                </a:lnTo>
                <a:cubicBezTo>
                  <a:pt x="3072479" y="13525"/>
                  <a:pt x="3059049" y="8382"/>
                  <a:pt x="3045429" y="5048"/>
                </a:cubicBezTo>
                <a:cubicBezTo>
                  <a:pt x="3031808" y="1715"/>
                  <a:pt x="3017615" y="0"/>
                  <a:pt x="3003042" y="0"/>
                </a:cubicBezTo>
                <a:cubicBezTo>
                  <a:pt x="2960370" y="0"/>
                  <a:pt x="2927318" y="11621"/>
                  <a:pt x="2903887" y="34957"/>
                </a:cubicBezTo>
                <a:cubicBezTo>
                  <a:pt x="2880455" y="58293"/>
                  <a:pt x="2868740" y="90011"/>
                  <a:pt x="2868740" y="130207"/>
                </a:cubicBezTo>
                <a:lnTo>
                  <a:pt x="2868740" y="191643"/>
                </a:lnTo>
                <a:lnTo>
                  <a:pt x="2803970" y="191643"/>
                </a:lnTo>
                <a:lnTo>
                  <a:pt x="2803970" y="260890"/>
                </a:lnTo>
                <a:lnTo>
                  <a:pt x="2868740" y="260890"/>
                </a:lnTo>
                <a:lnTo>
                  <a:pt x="2868740" y="572643"/>
                </a:lnTo>
                <a:lnTo>
                  <a:pt x="2957322" y="572643"/>
                </a:lnTo>
                <a:lnTo>
                  <a:pt x="2957322" y="260890"/>
                </a:lnTo>
                <a:lnTo>
                  <a:pt x="3105246" y="260890"/>
                </a:lnTo>
                <a:lnTo>
                  <a:pt x="3105246" y="469297"/>
                </a:lnTo>
                <a:cubicBezTo>
                  <a:pt x="3105246" y="505968"/>
                  <a:pt x="3114675" y="533876"/>
                  <a:pt x="3133535" y="553022"/>
                </a:cubicBezTo>
                <a:cubicBezTo>
                  <a:pt x="3152394" y="572167"/>
                  <a:pt x="3180588" y="581692"/>
                  <a:pt x="3218021" y="581692"/>
                </a:cubicBezTo>
                <a:cubicBezTo>
                  <a:pt x="3236405" y="581692"/>
                  <a:pt x="3253454" y="579311"/>
                  <a:pt x="3269171" y="574453"/>
                </a:cubicBezTo>
                <a:cubicBezTo>
                  <a:pt x="3284887" y="569595"/>
                  <a:pt x="3297841" y="563118"/>
                  <a:pt x="3308033" y="554926"/>
                </a:cubicBezTo>
                <a:lnTo>
                  <a:pt x="3280505" y="494633"/>
                </a:lnTo>
                <a:close/>
                <a:moveTo>
                  <a:pt x="301181" y="915543"/>
                </a:moveTo>
                <a:lnTo>
                  <a:pt x="497300" y="1449134"/>
                </a:lnTo>
                <a:lnTo>
                  <a:pt x="399860" y="1449134"/>
                </a:lnTo>
                <a:lnTo>
                  <a:pt x="354139" y="1324166"/>
                </a:lnTo>
                <a:lnTo>
                  <a:pt x="140970" y="1324166"/>
                </a:lnTo>
                <a:lnTo>
                  <a:pt x="97441" y="1449134"/>
                </a:lnTo>
                <a:lnTo>
                  <a:pt x="0" y="1449134"/>
                </a:lnTo>
                <a:lnTo>
                  <a:pt x="197930" y="915543"/>
                </a:lnTo>
                <a:lnTo>
                  <a:pt x="301371" y="915543"/>
                </a:lnTo>
                <a:close/>
                <a:moveTo>
                  <a:pt x="329851" y="1247108"/>
                </a:moveTo>
                <a:lnTo>
                  <a:pt x="257651" y="1037654"/>
                </a:lnTo>
                <a:cubicBezTo>
                  <a:pt x="255937" y="1032224"/>
                  <a:pt x="254318" y="1027271"/>
                  <a:pt x="252984" y="1022795"/>
                </a:cubicBezTo>
                <a:cubicBezTo>
                  <a:pt x="251651" y="1018318"/>
                  <a:pt x="250031" y="1012888"/>
                  <a:pt x="248317" y="1006412"/>
                </a:cubicBezTo>
                <a:lnTo>
                  <a:pt x="246126" y="1006412"/>
                </a:lnTo>
                <a:cubicBezTo>
                  <a:pt x="244412" y="1012317"/>
                  <a:pt x="242792" y="1017651"/>
                  <a:pt x="241459" y="1022223"/>
                </a:cubicBezTo>
                <a:cubicBezTo>
                  <a:pt x="240125" y="1026795"/>
                  <a:pt x="238411" y="1031938"/>
                  <a:pt x="236411" y="1037654"/>
                </a:cubicBezTo>
                <a:lnTo>
                  <a:pt x="164973" y="1247108"/>
                </a:lnTo>
                <a:lnTo>
                  <a:pt x="329756" y="1247108"/>
                </a:lnTo>
                <a:close/>
                <a:moveTo>
                  <a:pt x="557403" y="1449134"/>
                </a:moveTo>
                <a:lnTo>
                  <a:pt x="648557" y="1449134"/>
                </a:lnTo>
                <a:lnTo>
                  <a:pt x="648557" y="915543"/>
                </a:lnTo>
                <a:lnTo>
                  <a:pt x="557403" y="915543"/>
                </a:lnTo>
                <a:lnTo>
                  <a:pt x="557403" y="1449134"/>
                </a:lnTo>
                <a:close/>
                <a:moveTo>
                  <a:pt x="1271778" y="915543"/>
                </a:moveTo>
                <a:lnTo>
                  <a:pt x="883730" y="915543"/>
                </a:lnTo>
                <a:lnTo>
                  <a:pt x="883730" y="992600"/>
                </a:lnTo>
                <a:lnTo>
                  <a:pt x="1031843" y="992600"/>
                </a:lnTo>
                <a:lnTo>
                  <a:pt x="1031843" y="1449134"/>
                </a:lnTo>
                <a:lnTo>
                  <a:pt x="1122998" y="1449134"/>
                </a:lnTo>
                <a:lnTo>
                  <a:pt x="1122998" y="992600"/>
                </a:lnTo>
                <a:lnTo>
                  <a:pt x="1271778" y="992600"/>
                </a:lnTo>
                <a:lnTo>
                  <a:pt x="1271778" y="915543"/>
                </a:lnTo>
                <a:close/>
                <a:moveTo>
                  <a:pt x="1581340" y="1113854"/>
                </a:moveTo>
                <a:cubicBezTo>
                  <a:pt x="1616202" y="1150334"/>
                  <a:pt x="1633633" y="1197483"/>
                  <a:pt x="1633633" y="1255205"/>
                </a:cubicBezTo>
                <a:cubicBezTo>
                  <a:pt x="1633633" y="1312926"/>
                  <a:pt x="1615250" y="1362837"/>
                  <a:pt x="1578578" y="1400842"/>
                </a:cubicBezTo>
                <a:cubicBezTo>
                  <a:pt x="1541812" y="1438942"/>
                  <a:pt x="1493330" y="1457992"/>
                  <a:pt x="1433132" y="1457992"/>
                </a:cubicBezTo>
                <a:cubicBezTo>
                  <a:pt x="1372934" y="1457992"/>
                  <a:pt x="1324547" y="1440275"/>
                  <a:pt x="1288923" y="1404747"/>
                </a:cubicBezTo>
                <a:cubicBezTo>
                  <a:pt x="1253300" y="1369314"/>
                  <a:pt x="1235488" y="1321499"/>
                  <a:pt x="1235488" y="1261491"/>
                </a:cubicBezTo>
                <a:cubicBezTo>
                  <a:pt x="1235774" y="1200722"/>
                  <a:pt x="1254538" y="1151763"/>
                  <a:pt x="1292066" y="1114711"/>
                </a:cubicBezTo>
                <a:cubicBezTo>
                  <a:pt x="1329500" y="1077659"/>
                  <a:pt x="1378268" y="1059085"/>
                  <a:pt x="1438275" y="1059085"/>
                </a:cubicBezTo>
                <a:cubicBezTo>
                  <a:pt x="1498283" y="1059085"/>
                  <a:pt x="1546479" y="1077278"/>
                  <a:pt x="1581340" y="1113758"/>
                </a:cubicBezTo>
                <a:close/>
                <a:moveTo>
                  <a:pt x="1542479" y="1257491"/>
                </a:moveTo>
                <a:cubicBezTo>
                  <a:pt x="1542479" y="1219581"/>
                  <a:pt x="1533144" y="1189006"/>
                  <a:pt x="1514570" y="1165955"/>
                </a:cubicBezTo>
                <a:cubicBezTo>
                  <a:pt x="1495997" y="1142905"/>
                  <a:pt x="1469803" y="1131380"/>
                  <a:pt x="1436084" y="1131380"/>
                </a:cubicBezTo>
                <a:cubicBezTo>
                  <a:pt x="1402366" y="1131380"/>
                  <a:pt x="1376267" y="1143286"/>
                  <a:pt x="1356265" y="1167098"/>
                </a:cubicBezTo>
                <a:cubicBezTo>
                  <a:pt x="1336262" y="1190911"/>
                  <a:pt x="1326356" y="1221772"/>
                  <a:pt x="1326356" y="1259777"/>
                </a:cubicBezTo>
                <a:cubicBezTo>
                  <a:pt x="1326356" y="1297781"/>
                  <a:pt x="1336262" y="1329881"/>
                  <a:pt x="1355979" y="1352455"/>
                </a:cubicBezTo>
                <a:cubicBezTo>
                  <a:pt x="1375696" y="1375029"/>
                  <a:pt x="1402556" y="1386269"/>
                  <a:pt x="1436561" y="1386269"/>
                </a:cubicBezTo>
                <a:cubicBezTo>
                  <a:pt x="1470565" y="1386269"/>
                  <a:pt x="1496378" y="1374648"/>
                  <a:pt x="1514856" y="1351312"/>
                </a:cubicBezTo>
                <a:cubicBezTo>
                  <a:pt x="1533335" y="1327976"/>
                  <a:pt x="1542574" y="1296734"/>
                  <a:pt x="1542574" y="1257586"/>
                </a:cubicBezTo>
                <a:close/>
                <a:moveTo>
                  <a:pt x="1951577" y="1285399"/>
                </a:moveTo>
                <a:cubicBezTo>
                  <a:pt x="1951577" y="1314450"/>
                  <a:pt x="1943290" y="1338453"/>
                  <a:pt x="1926622" y="1357598"/>
                </a:cubicBezTo>
                <a:cubicBezTo>
                  <a:pt x="1910048" y="1376744"/>
                  <a:pt x="1888522" y="1386269"/>
                  <a:pt x="1862233" y="1386269"/>
                </a:cubicBezTo>
                <a:cubicBezTo>
                  <a:pt x="1835944" y="1386269"/>
                  <a:pt x="1817465" y="1378268"/>
                  <a:pt x="1805273" y="1362266"/>
                </a:cubicBezTo>
                <a:cubicBezTo>
                  <a:pt x="1793081" y="1346264"/>
                  <a:pt x="1787081" y="1322356"/>
                  <a:pt x="1787081" y="1290638"/>
                </a:cubicBezTo>
                <a:lnTo>
                  <a:pt x="1787081" y="1068134"/>
                </a:lnTo>
                <a:lnTo>
                  <a:pt x="1698498" y="1068134"/>
                </a:lnTo>
                <a:lnTo>
                  <a:pt x="1698498" y="1302544"/>
                </a:lnTo>
                <a:cubicBezTo>
                  <a:pt x="1698498" y="1353407"/>
                  <a:pt x="1709833" y="1391984"/>
                  <a:pt x="1732502" y="1418463"/>
                </a:cubicBezTo>
                <a:cubicBezTo>
                  <a:pt x="1755172" y="1444943"/>
                  <a:pt x="1788890" y="1458087"/>
                  <a:pt x="1833563" y="1458087"/>
                </a:cubicBezTo>
                <a:cubicBezTo>
                  <a:pt x="1856423" y="1458087"/>
                  <a:pt x="1878425" y="1452563"/>
                  <a:pt x="1899571" y="1441514"/>
                </a:cubicBezTo>
                <a:cubicBezTo>
                  <a:pt x="1920716" y="1430465"/>
                  <a:pt x="1937480" y="1415796"/>
                  <a:pt x="1949577" y="1397413"/>
                </a:cubicBezTo>
                <a:lnTo>
                  <a:pt x="1951482" y="1397413"/>
                </a:lnTo>
                <a:lnTo>
                  <a:pt x="1951482" y="1449134"/>
                </a:lnTo>
                <a:lnTo>
                  <a:pt x="2040446" y="1449134"/>
                </a:lnTo>
                <a:lnTo>
                  <a:pt x="2040446" y="1068134"/>
                </a:lnTo>
                <a:lnTo>
                  <a:pt x="1951482" y="1068134"/>
                </a:lnTo>
                <a:lnTo>
                  <a:pt x="1951482" y="1285399"/>
                </a:lnTo>
                <a:close/>
                <a:moveTo>
                  <a:pt x="2326767" y="1061466"/>
                </a:moveTo>
                <a:cubicBezTo>
                  <a:pt x="2303907" y="1061466"/>
                  <a:pt x="2283809" y="1067943"/>
                  <a:pt x="2266474" y="1080992"/>
                </a:cubicBezTo>
                <a:cubicBezTo>
                  <a:pt x="2249138" y="1094042"/>
                  <a:pt x="2235994" y="1112711"/>
                  <a:pt x="2227040" y="1136999"/>
                </a:cubicBezTo>
                <a:lnTo>
                  <a:pt x="2225516" y="1136999"/>
                </a:lnTo>
                <a:lnTo>
                  <a:pt x="2225516" y="1068134"/>
                </a:lnTo>
                <a:lnTo>
                  <a:pt x="2136553" y="1068134"/>
                </a:lnTo>
                <a:lnTo>
                  <a:pt x="2136553" y="1449134"/>
                </a:lnTo>
                <a:lnTo>
                  <a:pt x="2225516" y="1449134"/>
                </a:lnTo>
                <a:lnTo>
                  <a:pt x="2225516" y="1260824"/>
                </a:lnTo>
                <a:cubicBezTo>
                  <a:pt x="2225516" y="1224344"/>
                  <a:pt x="2233422" y="1195007"/>
                  <a:pt x="2249138" y="1172623"/>
                </a:cubicBezTo>
                <a:cubicBezTo>
                  <a:pt x="2264855" y="1150334"/>
                  <a:pt x="2285524" y="1139095"/>
                  <a:pt x="2311051" y="1139095"/>
                </a:cubicBezTo>
                <a:cubicBezTo>
                  <a:pt x="2319242" y="1139095"/>
                  <a:pt x="2326958" y="1139857"/>
                  <a:pt x="2334292" y="1141476"/>
                </a:cubicBezTo>
                <a:cubicBezTo>
                  <a:pt x="2341626" y="1143095"/>
                  <a:pt x="2348865" y="1145286"/>
                  <a:pt x="2356104" y="1147953"/>
                </a:cubicBezTo>
                <a:lnTo>
                  <a:pt x="2379917" y="1072039"/>
                </a:lnTo>
                <a:cubicBezTo>
                  <a:pt x="2370487" y="1067848"/>
                  <a:pt x="2361724" y="1064990"/>
                  <a:pt x="2353532" y="1063466"/>
                </a:cubicBezTo>
                <a:cubicBezTo>
                  <a:pt x="2345341" y="1061942"/>
                  <a:pt x="2336387" y="1061276"/>
                  <a:pt x="2326767" y="1061276"/>
                </a:cubicBezTo>
                <a:close/>
              </a:path>
            </a:pathLst>
          </a:custGeom>
          <a:gradFill>
            <a:gsLst>
              <a:gs pos="100000">
                <a:srgbClr val="0078D4"/>
              </a:gs>
              <a:gs pos="3000">
                <a:srgbClr val="463668"/>
              </a:gs>
            </a:gsLst>
            <a:lin ang="0" scaled="0"/>
          </a:gra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pic>
        <p:nvPicPr>
          <p:cNvPr id="17" name="MS logo gray - EMF" descr="Microsoft logo, gray text version">
            <a:extLst>
              <a:ext uri="{FF2B5EF4-FFF2-40B4-BE49-F238E27FC236}">
                <a16:creationId xmlns:a16="http://schemas.microsoft.com/office/drawing/2014/main" id="{B605AFFB-ECC7-BC73-2966-D56BADE09BC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7177644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 bwMode="white">
          <a:xfrm>
            <a:off x="584200" y="2425780"/>
            <a:ext cx="5943600" cy="1107996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Segoe Sans Display Semibold" pitchFamily="2" charset="0"/>
                <a:ea typeface="+mn-ea"/>
                <a:cs typeface="Segoe Sans Display Semibold" pitchFamily="2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</a:pPr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 bwMode="white">
          <a:xfrm>
            <a:off x="584199" y="3962399"/>
            <a:ext cx="59436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bg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3" name="MS logo gray - EMF" descr="Microsoft logo, gray text version">
            <a:extLst>
              <a:ext uri="{FF2B5EF4-FFF2-40B4-BE49-F238E27FC236}">
                <a16:creationId xmlns:a16="http://schemas.microsoft.com/office/drawing/2014/main" id="{B6A310A5-2746-FFC9-C289-A677D4E8400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6511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44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 hasCustomPrompt="1"/>
          </p:nvPr>
        </p:nvSpPr>
        <p:spPr>
          <a:xfrm>
            <a:off x="584200" y="2918223"/>
            <a:ext cx="9144000" cy="615553"/>
          </a:xfrm>
          <a:noFill/>
        </p:spPr>
        <p:txBody>
          <a:bodyPr lIns="0" tIns="0" rIns="0" bIns="0" anchor="b" anchorCtr="0">
            <a:spAutoFit/>
          </a:bodyPr>
          <a:lstStyle>
            <a:lvl1pPr>
              <a:defRPr sz="4000" spc="-50" baseline="0">
                <a:solidFill>
                  <a:schemeClr val="tx1"/>
                </a:solidFill>
                <a:latin typeface="Segoe Sans Display Semibold" pitchFamily="2" charset="0"/>
                <a:cs typeface="Segoe Sans Display Semibold" pitchFamily="2" charset="0"/>
              </a:defRPr>
            </a:lvl1pPr>
          </a:lstStyle>
          <a:p>
            <a:r>
              <a:rPr lang="en-US"/>
              <a:t>Event name or presentation title 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4200" y="3962400"/>
            <a:ext cx="9144000" cy="276999"/>
          </a:xfrm>
          <a:noFill/>
        </p:spPr>
        <p:txBody>
          <a:bodyPr wrap="square" lIns="0" tIns="0" rIns="0" bIns="0">
            <a:spAutoFit/>
          </a:bodyPr>
          <a:lstStyle>
            <a:lvl1pPr marL="0" indent="0">
              <a:spcBef>
                <a:spcPts val="0"/>
              </a:spcBef>
              <a:buNone/>
              <a:defRPr sz="1800" spc="0" baseline="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</a:lstStyle>
          <a:p>
            <a:pPr lvl="0"/>
            <a:r>
              <a:rPr lang="en-US"/>
              <a:t>Speaker name or subtitle text</a:t>
            </a:r>
          </a:p>
        </p:txBody>
      </p:sp>
      <p:pic>
        <p:nvPicPr>
          <p:cNvPr id="6" name="MS logo gray - EMF" descr="Microsoft logo, gray text version">
            <a:extLst>
              <a:ext uri="{FF2B5EF4-FFF2-40B4-BE49-F238E27FC236}">
                <a16:creationId xmlns:a16="http://schemas.microsoft.com/office/drawing/2014/main" id="{3B0D12AE-ADCF-1091-117F-BB03F7EC506E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440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22702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228">
          <p15:clr>
            <a:srgbClr val="5ACBF0"/>
          </p15:clr>
        </p15:guide>
        <p15:guide id="2" orient="horz" pos="2496">
          <p15:clr>
            <a:srgbClr val="5ACBF0"/>
          </p15:clr>
        </p15:guide>
        <p15:guide id="3" pos="6132">
          <p15:clr>
            <a:srgbClr val="5ACBF0"/>
          </p15:clr>
        </p15:guide>
        <p15:guide id="4" orient="horz" pos="2160">
          <p15:clr>
            <a:srgbClr val="FBAE40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FCFEFD-88E5-4869-B5C3-1611B0B50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A212C2-8B30-4835-8711-AA981B6CFBE1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84200" y="1435100"/>
            <a:ext cx="11018838" cy="4833938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F9662A5-6E2F-47B0-9B6E-E87983D375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35648699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2" orient="horz" pos="1272">
          <p15:clr>
            <a:srgbClr val="5ACBF0"/>
          </p15:clr>
        </p15:guide>
        <p15:guide id="3" orient="horz" pos="288">
          <p15:clr>
            <a:srgbClr val="5ACBF0"/>
          </p15:clr>
        </p15:guide>
        <p15:guide id="5" orient="horz" pos="904">
          <p15:clr>
            <a:srgbClr val="5ACBF0"/>
          </p15:clr>
        </p15:guide>
      </p15:sldGuideLst>
    </p:ext>
  </p:extLs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&amp;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34B655BA-10A4-4A57-89DB-CFFBE1CA1E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6390" y="1434370"/>
            <a:ext cx="11018520" cy="2308324"/>
          </a:xfrm>
        </p:spPr>
        <p:txBody>
          <a:bodyPr wrap="square">
            <a:spAutoFit/>
          </a:bodyPr>
          <a:lstStyle>
            <a:lvl1pPr marL="0" indent="0">
              <a:buNone/>
              <a:defRPr/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914400" indent="0"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61627306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905">
          <p15:clr>
            <a:srgbClr val="5ACBF0"/>
          </p15:clr>
        </p15:guide>
        <p15:guide id="4" orient="horz" pos="1272">
          <p15:clr>
            <a:srgbClr val="5ACBF0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BE2550-DA43-453C-A328-33C740E654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4B7A288-CDAC-4184-9F73-137C95F5E643}"/>
              </a:ext>
            </a:extLst>
          </p:cNvPr>
          <p:cNvSpPr>
            <a:spLocks noGrp="1"/>
          </p:cNvSpPr>
          <p:nvPr>
            <p:ph sz="quarter" idx="12"/>
          </p:nvPr>
        </p:nvSpPr>
        <p:spPr>
          <a:xfrm>
            <a:off x="584200" y="1435100"/>
            <a:ext cx="5211763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CEC22105-78D6-4753-94FA-3DA949361A95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89688" y="1435100"/>
            <a:ext cx="5219700" cy="48339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F6A123D-3A27-499F-9210-3E0D7CED39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365655978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6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60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Non-bullet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0"/>
          </p:nvPr>
        </p:nvSpPr>
        <p:spPr>
          <a:xfrm>
            <a:off x="584200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8E9CDCB4-03E1-4763-B83E-A1334BCDB0C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397171" y="1435100"/>
            <a:ext cx="5212080" cy="1649682"/>
          </a:xfrm>
        </p:spPr>
        <p:txBody>
          <a:bodyPr wrap="square">
            <a:spAutoFit/>
          </a:bodyPr>
          <a:lstStyle>
            <a:lvl1pPr marL="0" indent="0">
              <a:spcBef>
                <a:spcPts val="1224"/>
              </a:spcBef>
              <a:buClr>
                <a:schemeClr val="tx1"/>
              </a:buClr>
              <a:buFont typeface="Wingdings" panose="05000000000000000000" pitchFamily="2" charset="2"/>
              <a:buNone/>
              <a:defRPr sz="2800" b="0"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255588" indent="0">
              <a:buFont typeface="Wingdings" panose="05000000000000000000" pitchFamily="2" charset="2"/>
              <a:buNone/>
              <a:defRPr sz="2000" b="0"/>
            </a:lvl2pPr>
            <a:lvl3pPr marL="450850" indent="0">
              <a:buFont typeface="Wingdings" panose="05000000000000000000" pitchFamily="2" charset="2"/>
              <a:buNone/>
              <a:tabLst/>
              <a:defRPr sz="1600" b="0"/>
            </a:lvl3pPr>
            <a:lvl4pPr marL="652462" indent="0">
              <a:buFont typeface="Wingdings" panose="05000000000000000000" pitchFamily="2" charset="2"/>
              <a:buNone/>
              <a:defRPr sz="1400" b="0"/>
            </a:lvl4pPr>
            <a:lvl5pPr marL="854075" indent="0">
              <a:buFont typeface="Wingdings" panose="05000000000000000000" pitchFamily="2" charset="2"/>
              <a:buNone/>
              <a:tabLst/>
              <a:defRPr sz="1400" b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2252333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272">
          <p15:clr>
            <a:srgbClr val="5ACBF0"/>
          </p15:clr>
        </p15:guide>
        <p15:guide id="3" orient="horz" pos="904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</p15:sldGuideLst>
    </p:ext>
  </p:extLst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Bulle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D525736-DEE8-4391-8135-23DE0640053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8E90344-0294-48E2-AAF0-601BB99500E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66750" indent="-152400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B4F729D4-B1F1-45F2-A06A-40234B19C88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D1F896FB-325C-4849-B372-8DF0D6C0562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397625" y="2084388"/>
            <a:ext cx="5219700" cy="1612749"/>
          </a:xfrm>
        </p:spPr>
        <p:txBody>
          <a:bodyPr>
            <a:spAutoFit/>
          </a:bodyPr>
          <a:lstStyle>
            <a:lvl1pPr marL="171450" indent="-171450">
              <a:defRPr lang="en-US" sz="2400" dirty="0"/>
            </a:lvl1pPr>
            <a:lvl2pPr marL="342900" indent="-171450">
              <a:defRPr lang="en-US" dirty="0"/>
            </a:lvl2pPr>
            <a:lvl3pPr marL="514350" indent="-171450">
              <a:defRPr lang="en-US" dirty="0"/>
            </a:lvl3pPr>
            <a:lvl4pPr marL="685800" indent="-136525">
              <a:defRPr lang="en-US" dirty="0"/>
            </a:lvl4pPr>
            <a:lvl5pPr marL="793750" indent="-120650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34744709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lumn Content with Subhead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876633-3E8D-4CF4-A5D4-D4E9D88A6D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C2759870-0BEA-44DC-A414-1C70D04E35C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Content Placeholder 14">
            <a:extLst>
              <a:ext uri="{FF2B5EF4-FFF2-40B4-BE49-F238E27FC236}">
                <a16:creationId xmlns:a16="http://schemas.microsoft.com/office/drawing/2014/main" id="{BFEF95FA-F121-4653-B60A-0D068C345462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88963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327262A-D327-4189-AD22-BAD67CF4AB79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97625" y="1436688"/>
            <a:ext cx="5219700" cy="430887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8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Content Placeholder 14">
            <a:extLst>
              <a:ext uri="{FF2B5EF4-FFF2-40B4-BE49-F238E27FC236}">
                <a16:creationId xmlns:a16="http://schemas.microsoft.com/office/drawing/2014/main" id="{47F8EAA9-0E64-4589-A234-BC31685BE7D3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394451" y="2081212"/>
            <a:ext cx="5214937" cy="4187825"/>
          </a:xfrm>
        </p:spPr>
        <p:txBody>
          <a:bodyPr/>
          <a:lstStyle>
            <a:lvl1pPr>
              <a:defRPr sz="24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FADFBB8-E1C1-D5AB-8154-CBA2D9EFB6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 userDrawn="1"/>
        </p:nvSpPr>
        <p:spPr>
          <a:xfrm>
            <a:off x="12355721" y="-203944"/>
            <a:ext cx="577081" cy="15388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sz="1000">
                <a:solidFill>
                  <a:srgbClr val="A3A3A3"/>
                </a:solidFill>
              </a:rPr>
              <a:t>ELT layout</a:t>
            </a:r>
          </a:p>
        </p:txBody>
      </p:sp>
    </p:spTree>
    <p:extLst>
      <p:ext uri="{BB962C8B-B14F-4D97-AF65-F5344CB8AC3E}">
        <p14:creationId xmlns:p14="http://schemas.microsoft.com/office/powerpoint/2010/main" val="962563834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1311">
          <p15:clr>
            <a:srgbClr val="5ACBF0"/>
          </p15:clr>
        </p15:guide>
        <p15:guide id="4" pos="3656">
          <p15:clr>
            <a:srgbClr val="5ACBF0"/>
          </p15:clr>
        </p15:guide>
        <p15:guide id="5" pos="4024">
          <p15:clr>
            <a:srgbClr val="5ACBF0"/>
          </p15:clr>
        </p15:guide>
        <p15:guide id="7" orient="horz" pos="905">
          <p15:clr>
            <a:srgbClr val="5ACBF0"/>
          </p15:clr>
        </p15:guide>
      </p15:sldGuideLst>
    </p:ext>
  </p:extLst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F260F77E-464D-46F7-A8F8-6F281DAB0C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CB20F198-3776-433D-85A8-C2B6AC6235FF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5217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7">
            <a:extLst>
              <a:ext uri="{FF2B5EF4-FFF2-40B4-BE49-F238E27FC236}">
                <a16:creationId xmlns:a16="http://schemas.microsoft.com/office/drawing/2014/main" id="{97BC59AA-6CF8-4091-8008-21AA9AD8E8B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5217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22263" indent="-150813">
              <a:defRPr lang="en-US" sz="1800" dirty="0"/>
            </a:lvl2pPr>
            <a:lvl3pPr marL="466725" indent="-138113">
              <a:defRPr lang="en-US" dirty="0"/>
            </a:lvl3pPr>
            <a:lvl4pPr marL="595313" indent="-128588">
              <a:defRPr lang="en-US" dirty="0"/>
            </a:lvl4pPr>
            <a:lvl5pPr marL="731838" indent="-1222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BECED387-BA3E-49B2-8F1E-0E371E09E0A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463796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6B26A1CD-81F9-4C2F-896F-E69757C6658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4463796" y="238413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3" name="Text Placeholder 11">
            <a:extLst>
              <a:ext uri="{FF2B5EF4-FFF2-40B4-BE49-F238E27FC236}">
                <a16:creationId xmlns:a16="http://schemas.microsoft.com/office/drawing/2014/main" id="{79263A4B-A9A8-4CE5-96A8-6F6EC365E51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42375" y="1438275"/>
            <a:ext cx="3264408" cy="677108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2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7">
            <a:extLst>
              <a:ext uri="{FF2B5EF4-FFF2-40B4-BE49-F238E27FC236}">
                <a16:creationId xmlns:a16="http://schemas.microsoft.com/office/drawing/2014/main" id="{2205743D-F71A-4647-9BE4-2900BDA2582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342375" y="2390775"/>
            <a:ext cx="3264408" cy="1760482"/>
          </a:xfrm>
        </p:spPr>
        <p:txBody>
          <a:bodyPr wrap="square">
            <a:spAutoFit/>
          </a:bodyPr>
          <a:lstStyle>
            <a:lvl1pPr marL="176213" indent="-176213">
              <a:defRPr lang="en-US" sz="2000" dirty="0"/>
            </a:lvl1pPr>
            <a:lvl2pPr marL="398463" indent="-169863">
              <a:defRPr lang="en-US" sz="1800" dirty="0"/>
            </a:lvl2pPr>
            <a:lvl3pPr marL="555625" indent="-157163">
              <a:defRPr lang="en-US" dirty="0"/>
            </a:lvl3pPr>
            <a:lvl4pPr marL="685800" indent="-136525">
              <a:defRPr lang="en-US" dirty="0"/>
            </a:lvl4pPr>
            <a:lvl5pPr marL="800100" indent="-111125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94409527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3" orient="horz" pos="1506">
          <p15:clr>
            <a:srgbClr val="5ACBF0"/>
          </p15:clr>
        </p15:guide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2430">
          <p15:clr>
            <a:srgbClr val="5ACBF0"/>
          </p15:clr>
        </p15:guide>
        <p15:guide id="7" pos="2811">
          <p15:clr>
            <a:srgbClr val="5ACBF0"/>
          </p15:clr>
        </p15:guide>
        <p15:guide id="8" pos="4871">
          <p15:clr>
            <a:srgbClr val="5ACBF0"/>
          </p15:clr>
        </p15:guide>
        <p15:guide id="9" pos="5251">
          <p15:clr>
            <a:srgbClr val="5ACBF0"/>
          </p15:clr>
        </p15:guide>
      </p15:sldGuideLst>
    </p:ext>
  </p:extLst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ur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84200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413125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413125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244208" y="1438275"/>
            <a:ext cx="2532063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244208" y="228311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9073133" y="1438275"/>
            <a:ext cx="2533650" cy="61555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20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9073133" y="2276475"/>
            <a:ext cx="2532063" cy="1698927"/>
          </a:xfrm>
        </p:spPr>
        <p:txBody>
          <a:bodyPr wrap="square">
            <a:spAutoFit/>
          </a:bodyPr>
          <a:lstStyle>
            <a:lvl1pPr marL="141288" indent="-141288">
              <a:defRPr lang="en-US" sz="1800" dirty="0"/>
            </a:lvl1pPr>
            <a:lvl2pPr marL="285750" indent="-125413">
              <a:defRPr lang="en-US" sz="1600" dirty="0"/>
            </a:lvl2pPr>
            <a:lvl3pPr marL="438150" indent="-133350">
              <a:defRPr lang="en-US" dirty="0"/>
            </a:lvl3pPr>
            <a:lvl4pPr marL="566738" indent="-114300">
              <a:defRPr lang="en-US" dirty="0"/>
            </a:lvl4pPr>
            <a:lvl5pPr marL="685800" indent="-109538"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01516152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963">
          <p15:clr>
            <a:srgbClr val="5ACBF0"/>
          </p15:clr>
        </p15:guide>
        <p15:guide id="7" pos="2150">
          <p15:clr>
            <a:srgbClr val="5ACBF0"/>
          </p15:clr>
        </p15:guide>
        <p15:guide id="8" pos="3746">
          <p15:clr>
            <a:srgbClr val="5ACBF0"/>
          </p15:clr>
        </p15:guide>
        <p15:guide id="9" pos="3934">
          <p15:clr>
            <a:srgbClr val="5ACBF0"/>
          </p15:clr>
        </p15:guide>
        <p15:guide id="10" pos="5530">
          <p15:clr>
            <a:srgbClr val="5ACBF0"/>
          </p15:clr>
        </p15:guide>
        <p15:guide id="11" pos="5716">
          <p15:clr>
            <a:srgbClr val="5ACBF0"/>
          </p15:clr>
        </p15:guide>
        <p15:guide id="12" orient="horz" pos="1436">
          <p15:clr>
            <a:srgbClr val="5ACBF0"/>
          </p15:clr>
        </p15:guide>
      </p15:sldGuideLst>
    </p:ext>
  </p:extLst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ve Column Bullet with Sub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87A434B7-D4B9-4D45-A31C-F0CC4D2279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22" name="Text Placeholder 11">
            <a:extLst>
              <a:ext uri="{FF2B5EF4-FFF2-40B4-BE49-F238E27FC236}">
                <a16:creationId xmlns:a16="http://schemas.microsoft.com/office/drawing/2014/main" id="{92783506-927E-48F7-8EFC-36257F3E281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84200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3" name="Text Placeholder 7">
            <a:extLst>
              <a:ext uri="{FF2B5EF4-FFF2-40B4-BE49-F238E27FC236}">
                <a16:creationId xmlns:a16="http://schemas.microsoft.com/office/drawing/2014/main" id="{FB6093D3-3EDF-4A80-8450-C5EBB1990775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84200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438D2C80-6884-451D-8D7D-B69022CCC5C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849007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7614A884-0AD6-4A85-A432-2B13E7464DA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2849007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7D8FFDED-9FE5-4D94-8EB0-7D645C10FBF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113814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7" name="Text Placeholder 7">
            <a:extLst>
              <a:ext uri="{FF2B5EF4-FFF2-40B4-BE49-F238E27FC236}">
                <a16:creationId xmlns:a16="http://schemas.microsoft.com/office/drawing/2014/main" id="{D429D954-9297-44FA-B7BD-56586012419C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113814" y="228311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04D43B0D-50F8-4F63-AFA3-34A46F42E81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378621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804CEFDA-6A6F-42D3-B65C-4BE1054C90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378621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540485AC-5036-400C-92C3-D3E9EC0252B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643428" y="1438275"/>
            <a:ext cx="1965960" cy="492443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600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edit text styles</a:t>
            </a: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F90290A2-7689-4DF5-971A-36C2D917341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9643428" y="2276475"/>
            <a:ext cx="1965960" cy="1452705"/>
          </a:xfrm>
        </p:spPr>
        <p:txBody>
          <a:bodyPr wrap="square">
            <a:spAutoFit/>
          </a:bodyPr>
          <a:lstStyle>
            <a:lvl1pPr marL="141288" indent="-141288">
              <a:defRPr lang="en-US" sz="1500" dirty="0"/>
            </a:lvl1pPr>
            <a:lvl2pPr marL="285750" indent="-125413">
              <a:defRPr lang="en-US" sz="1400" dirty="0"/>
            </a:lvl2pPr>
            <a:lvl3pPr marL="438150" indent="-133350">
              <a:defRPr lang="en-US" sz="1400" dirty="0"/>
            </a:lvl3pPr>
            <a:lvl4pPr marL="566738" indent="-114300">
              <a:defRPr lang="en-US" sz="1200" dirty="0"/>
            </a:lvl4pPr>
            <a:lvl5pPr marL="685800" indent="-109538">
              <a:defRPr lang="en-US" sz="1200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4554391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4" orient="horz" pos="906">
          <p15:clr>
            <a:srgbClr val="5ACBF0"/>
          </p15:clr>
        </p15:guide>
        <p15:guide id="5" orient="horz" pos="288">
          <p15:clr>
            <a:srgbClr val="5ACBF0"/>
          </p15:clr>
        </p15:guide>
        <p15:guide id="6" pos="1610">
          <p15:clr>
            <a:srgbClr val="5ACBF0"/>
          </p15:clr>
        </p15:guide>
        <p15:guide id="7" pos="1795">
          <p15:clr>
            <a:srgbClr val="5ACBF0"/>
          </p15:clr>
        </p15:guide>
        <p15:guide id="8" pos="3035">
          <p15:clr>
            <a:srgbClr val="5ACBF0"/>
          </p15:clr>
        </p15:guide>
        <p15:guide id="9" pos="3221">
          <p15:clr>
            <a:srgbClr val="5ACBF0"/>
          </p15:clr>
        </p15:guide>
        <p15:guide id="10" pos="4461">
          <p15:clr>
            <a:srgbClr val="5ACBF0"/>
          </p15:clr>
        </p15:guide>
        <p15:guide id="11" pos="5890">
          <p15:clr>
            <a:srgbClr val="5ACBF0"/>
          </p15:clr>
        </p15:guide>
        <p15:guide id="12" orient="horz" pos="1436">
          <p15:clr>
            <a:srgbClr val="5ACBF0"/>
          </p15:clr>
        </p15:guide>
        <p15:guide id="13" pos="4646">
          <p15:clr>
            <a:srgbClr val="5ACBF0"/>
          </p15:clr>
        </p15:guide>
        <p15:guide id="14" pos="6072">
          <p15:clr>
            <a:srgbClr val="5ACBF0"/>
          </p15:clr>
        </p15:guide>
      </p15:sldGuideLst>
    </p:ext>
  </p:extLst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809185963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38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eft side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AAD849-7CFE-4AF7-A7C5-6BBD50C88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4" y="2875002"/>
            <a:ext cx="4127692" cy="1107996"/>
          </a:xfrm>
        </p:spPr>
        <p:txBody>
          <a:bodyPr wrap="square" anchor="ctr">
            <a:spAutoFit/>
          </a:bodyPr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398505325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30" orient="horz" pos="288">
          <p15:clr>
            <a:srgbClr val="5ACBF0"/>
          </p15:clr>
        </p15:guide>
        <p15:guide id="32" orient="horz" pos="2160">
          <p15:clr>
            <a:srgbClr val="5ACBF0"/>
          </p15:clr>
        </p15:guide>
        <p15:guide id="33" pos="2976">
          <p15:clr>
            <a:srgbClr val="5ACBF0"/>
          </p15:clr>
        </p15:guide>
        <p15:guide id="34" pos="3336">
          <p15:clr>
            <a:srgbClr val="5ACBF0"/>
          </p15:clr>
        </p15:guide>
      </p15:sldGuideLst>
    </p:ext>
  </p:extLst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mall title - half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2">
            <a:extLst>
              <a:ext uri="{FF2B5EF4-FFF2-40B4-BE49-F238E27FC236}">
                <a16:creationId xmlns:a16="http://schemas.microsoft.com/office/drawing/2014/main" id="{4B2500C4-B436-4E3A-8A91-A02448A774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457200"/>
            <a:ext cx="5508419" cy="372410"/>
          </a:xfrm>
        </p:spPr>
        <p:txBody>
          <a:bodyPr tIns="64008"/>
          <a:lstStyle>
            <a:lvl1pPr>
              <a:defRPr sz="2000" spc="0">
                <a:latin typeface="+mj-lt"/>
                <a:cs typeface="Segoe UI" panose="020B0502040204020203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8583568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55">
          <p15:clr>
            <a:srgbClr val="A4A3A4"/>
          </p15:clr>
        </p15:guide>
        <p15:guide id="15" pos="3352">
          <p15:clr>
            <a:srgbClr val="A4A3A4"/>
          </p15:clr>
        </p15:guide>
        <p15:guide id="16" pos="3749">
          <p15:clr>
            <a:srgbClr val="A4A3A4"/>
          </p15:clr>
        </p15:guide>
        <p15:guide id="17" pos="3932">
          <p15:clr>
            <a:srgbClr val="A4A3A4"/>
          </p15:clr>
        </p15:guide>
        <p15:guide id="18" pos="4343">
          <p15:clr>
            <a:srgbClr val="A4A3A4"/>
          </p15:clr>
        </p15:guide>
        <p15:guide id="19" pos="4526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  <p15:guide id="31" pos="3840">
          <p15:clr>
            <a:srgbClr val="5ACBF0"/>
          </p15:clr>
        </p15:guide>
      </p15:sldGuideLst>
    </p:ext>
  </p:extLst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veloper Code Layout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0636FE-845C-418D-82A1-1DA6DB73D7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82D46E0-16CE-40B0-8623-F82D5D4109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1436688"/>
            <a:ext cx="12192000" cy="542131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44977AB6-1D7E-4858-A2EA-BF86577C399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143668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5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BA9F61CF-FF79-485A-A6C8-A1952EFD58A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88263" y="2099310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553" indent="0">
              <a:buNone/>
              <a:tabLst>
                <a:tab pos="344488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607" indent="0">
              <a:buNone/>
              <a:tabLst>
                <a:tab pos="569913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563" indent="0">
              <a:buNone/>
              <a:tabLst>
                <a:tab pos="8001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997" indent="0">
              <a:buNone/>
              <a:tabLst>
                <a:tab pos="1028700" algn="l"/>
              </a:tabLst>
              <a:defRPr sz="2400">
                <a:solidFill>
                  <a:schemeClr val="tx1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8190340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1322">
          <p15:clr>
            <a:srgbClr val="5ACBF0"/>
          </p15:clr>
        </p15:guide>
        <p15:guide id="2" orient="horz" pos="905">
          <p15:clr>
            <a:srgbClr val="5ACBF0"/>
          </p15:clr>
        </p15:guide>
        <p15:guide id="3" orient="horz" pos="288">
          <p15:clr>
            <a:srgbClr val="5ACBF0"/>
          </p15:clr>
        </p15:guide>
      </p15:sldGuideLst>
    </p:ext>
  </p:extLst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Bottom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6390" y="1230681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2827138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2827138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3491219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310281551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1776">
          <p15:clr>
            <a:srgbClr val="5ACBF0"/>
          </p15:clr>
        </p15:guide>
        <p15:guide id="5" orient="horz" pos="2197">
          <p15:clr>
            <a:srgbClr val="5ACBF0"/>
          </p15:clr>
        </p15:guide>
        <p15:guide id="6" orient="horz" pos="773">
          <p15:clr>
            <a:srgbClr val="5ACBF0"/>
          </p15:clr>
        </p15:guide>
      </p15:sldGuideLst>
    </p:ext>
  </p:extLst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Top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1EBE70E-6A93-4EB4-A189-6F9DE42CEE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0" y="0"/>
            <a:ext cx="12192000" cy="4030862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71845FFD-6B9A-4013-932A-5E4D7E849D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224580"/>
            <a:ext cx="11018520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" name="Text Placeholder 14">
            <a:extLst>
              <a:ext uri="{FF2B5EF4-FFF2-40B4-BE49-F238E27FC236}">
                <a16:creationId xmlns:a16="http://schemas.microsoft.com/office/drawing/2014/main" id="{0E9A2E28-037B-FA4D-ADDC-1AFA11D65CB2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0" y="0"/>
            <a:ext cx="3788358" cy="446148"/>
          </a:xfrm>
          <a:gradFill flip="none" rotWithShape="1">
            <a:gsLst>
              <a:gs pos="0">
                <a:srgbClr val="000000"/>
              </a:gs>
              <a:gs pos="92000">
                <a:srgbClr val="000000"/>
              </a:gs>
              <a:gs pos="92000">
                <a:schemeClr val="accent1"/>
              </a:gs>
            </a:gsLst>
            <a:lin ang="16200000" scaled="1"/>
            <a:tileRect/>
          </a:gradFill>
        </p:spPr>
        <p:txBody>
          <a:bodyPr lIns="585216" tIns="91440" bIns="4572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6389" y="660508"/>
            <a:ext cx="11018520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9" name="Text Placeholder 3">
            <a:extLst>
              <a:ext uri="{FF2B5EF4-FFF2-40B4-BE49-F238E27FC236}">
                <a16:creationId xmlns:a16="http://schemas.microsoft.com/office/drawing/2014/main" id="{7B17F8BB-3610-1A4F-9E76-B12E706A5517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91152" y="4996505"/>
            <a:ext cx="11018520" cy="369332"/>
          </a:xfrm>
        </p:spPr>
        <p:txBody>
          <a:bodyPr wrap="square">
            <a:spAutoFit/>
          </a:bodyPr>
          <a:lstStyle>
            <a:lvl1pPr marL="0" indent="0">
              <a:spcBef>
                <a:spcPts val="600"/>
              </a:spcBef>
              <a:spcAft>
                <a:spcPts val="0"/>
              </a:spcAft>
              <a:buNone/>
              <a:defRPr sz="2400">
                <a:solidFill>
                  <a:schemeClr val="tx1"/>
                </a:solidFill>
                <a:latin typeface="+mn-lt"/>
                <a:cs typeface="Segoe UI" panose="020B0502040204020203" pitchFamily="34" charset="0"/>
              </a:defRPr>
            </a:lvl1pPr>
            <a:lvl2pPr marL="228531" indent="0">
              <a:buNone/>
              <a:defRPr sz="240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23321498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4" orient="horz" pos="2661">
          <p15:clr>
            <a:srgbClr val="5ACBF0"/>
          </p15:clr>
        </p15:guide>
        <p15:guide id="5" orient="horz" pos="3147">
          <p15:clr>
            <a:srgbClr val="5ACBF0"/>
          </p15:clr>
        </p15:guide>
        <p15:guide id="6" orient="horz" pos="419">
          <p15:clr>
            <a:srgbClr val="5ACBF0"/>
          </p15:clr>
        </p15:guide>
      </p15:sldGuideLst>
    </p:ext>
  </p:extLst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Right side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2BB27-7DA5-4478-8C18-C1FFEE20AAC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8263" y="457200"/>
            <a:ext cx="4040887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88965" y="1338139"/>
            <a:ext cx="4040185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205984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211763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00725" y="709187"/>
            <a:ext cx="5801961" cy="369332"/>
          </a:xfrm>
        </p:spPr>
        <p:txBody>
          <a:bodyPr/>
          <a:lstStyle>
            <a:lvl1pPr marL="0" indent="0">
              <a:buNone/>
              <a:tabLst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</p:spTree>
    <p:extLst>
      <p:ext uri="{BB962C8B-B14F-4D97-AF65-F5344CB8AC3E}">
        <p14:creationId xmlns:p14="http://schemas.microsoft.com/office/powerpoint/2010/main" val="52128946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45">
          <p15:clr>
            <a:srgbClr val="5ACBF0"/>
          </p15:clr>
        </p15:guide>
        <p15:guide id="4" orient="horz" pos="843">
          <p15:clr>
            <a:srgbClr val="5ACBF0"/>
          </p15:clr>
        </p15:guide>
        <p15:guide id="7" pos="3283">
          <p15:clr>
            <a:srgbClr val="5ACBF0"/>
          </p15:clr>
        </p15:guide>
        <p15:guide id="8" pos="3654">
          <p15:clr>
            <a:srgbClr val="5ACBF0"/>
          </p15:clr>
        </p15:guide>
        <p15:guide id="9" pos="2916">
          <p15:clr>
            <a:srgbClr val="5ACBF0"/>
          </p15:clr>
        </p15:guide>
      </p15:sldGuideLst>
    </p:ext>
  </p:extLst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de Left sde">
    <p:bg>
      <p:bgPr>
        <a:solidFill>
          <a:srgbClr val="D7D2C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316165A-5926-4F59-B348-996936FBB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2" y="0"/>
            <a:ext cx="6986016" cy="6858000"/>
          </a:xfrm>
          <a:prstGeom prst="rect">
            <a:avLst/>
          </a:prstGeom>
          <a:solidFill>
            <a:srgbClr val="FFFFFF"/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l" defTabSz="932472" fontAlgn="base">
              <a:spcBef>
                <a:spcPct val="0"/>
              </a:spcBef>
              <a:spcAft>
                <a:spcPct val="0"/>
              </a:spcAft>
            </a:pPr>
            <a:endParaRPr lang="en-US" sz="2000">
              <a:solidFill>
                <a:srgbClr val="FFFFFF"/>
              </a:soli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BB14A7D-C409-4A7C-9D82-A2E5DBB8AB7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575549" y="457200"/>
            <a:ext cx="4031233" cy="492443"/>
          </a:xfrm>
        </p:spPr>
        <p:txBody>
          <a:bodyPr/>
          <a:lstStyle>
            <a:lvl1pPr>
              <a:defRPr sz="320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0D599919-A8E3-4D2B-86CF-50C6704F17D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-1" y="0"/>
            <a:ext cx="3788358" cy="492314"/>
          </a:xfrm>
          <a:gradFill flip="none" rotWithShape="1">
            <a:gsLst>
              <a:gs pos="0">
                <a:srgbClr val="000000"/>
              </a:gs>
              <a:gs pos="99000">
                <a:srgbClr val="000000"/>
              </a:gs>
              <a:gs pos="99000">
                <a:schemeClr val="accent1"/>
              </a:gs>
            </a:gsLst>
            <a:lin ang="10800000" scaled="1"/>
            <a:tileRect/>
          </a:gradFill>
        </p:spPr>
        <p:txBody>
          <a:bodyPr lIns="585216" tIns="91440" bIns="91440"/>
          <a:lstStyle>
            <a:lvl1pPr marL="0" indent="0">
              <a:buNone/>
              <a:defRPr sz="1999">
                <a:solidFill>
                  <a:srgbClr val="FFFFFF"/>
                </a:solidFill>
                <a:latin typeface="+mj-lt"/>
              </a:defRPr>
            </a:lvl1pPr>
          </a:lstStyle>
          <a:p>
            <a:pPr lvl="0"/>
            <a:r>
              <a:rPr lang="en-US"/>
              <a:t>Click to enter title</a:t>
            </a:r>
          </a:p>
        </p:txBody>
      </p:sp>
      <p:sp>
        <p:nvSpPr>
          <p:cNvPr id="13" name="Text Placeholder 4" descr="This layout should only be used for developer code. The font used is a monospace font which is ideal for showing code.">
            <a:extLst>
              <a:ext uri="{FF2B5EF4-FFF2-40B4-BE49-F238E27FC236}">
                <a16:creationId xmlns:a16="http://schemas.microsoft.com/office/drawing/2014/main" id="{47501FD0-A948-CC48-8B11-3BD4F2AE4E8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84199" y="706011"/>
            <a:ext cx="5819775" cy="369332"/>
          </a:xfrm>
        </p:spPr>
        <p:txBody>
          <a:bodyPr/>
          <a:lstStyle>
            <a:lvl1pPr marL="0" indent="0">
              <a:buNone/>
              <a:defRPr sz="2400">
                <a:solidFill>
                  <a:srgbClr val="2F2F2F"/>
                </a:solidFill>
                <a:latin typeface="Consolas" panose="020B0609020204030204" pitchFamily="49" charset="0"/>
                <a:cs typeface="Consolas" panose="020B0609020204030204" pitchFamily="49" charset="0"/>
              </a:defRPr>
            </a:lvl1pPr>
            <a:lvl2pPr marL="346449" indent="0">
              <a:buNone/>
              <a:defRPr sz="23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2pPr>
            <a:lvl3pPr marL="584432" indent="0">
              <a:buNone/>
              <a:defRPr sz="19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3pPr>
            <a:lvl4pPr marL="814319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4pPr>
            <a:lvl5pPr marL="1050682" indent="0">
              <a:buNone/>
              <a:defRPr sz="1799">
                <a:gradFill>
                  <a:gsLst>
                    <a:gs pos="61049">
                      <a:schemeClr val="tx1"/>
                    </a:gs>
                    <a:gs pos="43000">
                      <a:schemeClr val="tx1"/>
                    </a:gs>
                  </a:gsLst>
                  <a:lin ang="5400000" scaled="0"/>
                </a:gradFill>
                <a:latin typeface="Consolas" panose="020B0609020204030204" pitchFamily="49" charset="0"/>
                <a:cs typeface="Consolas" panose="020B0609020204030204" pitchFamily="49" charset="0"/>
              </a:defRPr>
            </a:lvl5pPr>
          </a:lstStyle>
          <a:p>
            <a:pPr lvl="0"/>
            <a:r>
              <a:rPr lang="en-US"/>
              <a:t>Click to edit or paste code</a:t>
            </a:r>
          </a:p>
        </p:txBody>
      </p:sp>
      <p:sp>
        <p:nvSpPr>
          <p:cNvPr id="12" name="Text Placeholder 3">
            <a:extLst>
              <a:ext uri="{FF2B5EF4-FFF2-40B4-BE49-F238E27FC236}">
                <a16:creationId xmlns:a16="http://schemas.microsoft.com/office/drawing/2014/main" id="{2BB818A5-4223-0847-B6E2-655C7DC7B6B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575550" y="1336675"/>
            <a:ext cx="4033838" cy="369332"/>
          </a:xfrm>
        </p:spPr>
        <p:txBody>
          <a:bodyPr wrap="square">
            <a:spAutoFit/>
          </a:bodyPr>
          <a:lstStyle>
            <a:lvl1pPr marL="0" indent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  <a:defRPr sz="2400" b="0" i="0" baseline="0">
                <a:solidFill>
                  <a:schemeClr val="tx1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1pPr>
            <a:lvl2pPr marL="0" indent="0">
              <a:lnSpc>
                <a:spcPct val="100000"/>
              </a:lnSpc>
              <a:spcBef>
                <a:spcPts val="60"/>
              </a:spcBef>
              <a:spcAft>
                <a:spcPts val="60"/>
              </a:spcAft>
              <a:buNone/>
              <a:defRPr sz="2400" b="0" i="0">
                <a:solidFill>
                  <a:srgbClr val="2F2F2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 marL="457063" indent="0">
              <a:buNone/>
              <a:defRPr/>
            </a:lvl3pPr>
            <a:lvl4pPr marL="685594" indent="0">
              <a:buNone/>
              <a:defRPr/>
            </a:lvl4pPr>
            <a:lvl5pPr marL="914126" indent="0">
              <a:buNone/>
              <a:defRPr/>
            </a:lvl5pPr>
          </a:lstStyle>
          <a:p>
            <a:pPr lvl="0"/>
            <a:r>
              <a:rPr lang="en-US"/>
              <a:t>Click to edit text</a:t>
            </a:r>
          </a:p>
        </p:txBody>
      </p:sp>
    </p:spTree>
    <p:extLst>
      <p:ext uri="{BB962C8B-B14F-4D97-AF65-F5344CB8AC3E}">
        <p14:creationId xmlns:p14="http://schemas.microsoft.com/office/powerpoint/2010/main" val="15504156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288">
          <p15:clr>
            <a:srgbClr val="5ACBF0"/>
          </p15:clr>
        </p15:guide>
        <p15:guide id="2" orient="horz" pos="436">
          <p15:clr>
            <a:srgbClr val="5ACBF0"/>
          </p15:clr>
        </p15:guide>
        <p15:guide id="4" orient="horz" pos="839">
          <p15:clr>
            <a:srgbClr val="5ACBF0"/>
          </p15:clr>
        </p15:guide>
        <p15:guide id="6" pos="4402">
          <p15:clr>
            <a:srgbClr val="5ACBF0"/>
          </p15:clr>
        </p15:guide>
        <p15:guide id="7" pos="4034">
          <p15:clr>
            <a:srgbClr val="5ACBF0"/>
          </p15:clr>
        </p15:guide>
        <p15:guide id="8" pos="4772">
          <p15:clr>
            <a:srgbClr val="5ACBF0"/>
          </p15:clr>
        </p15:guide>
      </p15:sldGuideLst>
    </p:ext>
  </p:extLst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521208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521208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275561578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mo slide 2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77823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Demo title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585216" y="3977319"/>
            <a:ext cx="9144000" cy="246221"/>
          </a:xfrm>
          <a:noFill/>
        </p:spPr>
        <p:txBody>
          <a:bodyPr lIns="0" tIns="0" rIns="0" bIns="0">
            <a:sp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</p:spTree>
    <p:extLst>
      <p:ext uri="{BB962C8B-B14F-4D97-AF65-F5344CB8AC3E}">
        <p14:creationId xmlns:p14="http://schemas.microsoft.com/office/powerpoint/2010/main" val="41851579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  <p15:guide id="4" orient="horz" pos="2505">
          <p15:clr>
            <a:srgbClr val="5ACBF0"/>
          </p15:clr>
        </p15:guide>
      </p15:sldGuideLst>
    </p:ext>
  </p:extLst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667512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accent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419037823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27">
          <p15:clr>
            <a:srgbClr val="5ACBF0"/>
          </p15:clr>
        </p15:guide>
        <p15:guide id="3" orient="horz" pos="1911">
          <p15:clr>
            <a:srgbClr val="5ACBF0"/>
          </p15:clr>
        </p15:guide>
      </p15:sldGuideLst>
    </p:ext>
  </p:extLst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Title 2">
    <p:bg>
      <p:bgPr>
        <a:solidFill>
          <a:srgbClr val="8DC8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585216" y="2980408"/>
            <a:ext cx="9144000" cy="553998"/>
          </a:xfrm>
          <a:noFill/>
        </p:spPr>
        <p:txBody>
          <a:bodyPr lIns="0" tIns="0" rIns="0" bIns="0" anchor="b" anchorCtr="0">
            <a:spAutoFit/>
          </a:bodyPr>
          <a:lstStyle>
            <a:lvl1pPr algn="l" defTabSz="932742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4000" b="0" kern="1200" cap="none" spc="-50" baseline="0" dirty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r>
              <a:rPr lang="en-US"/>
              <a:t>Section title</a:t>
            </a:r>
          </a:p>
        </p:txBody>
      </p:sp>
    </p:spTree>
    <p:extLst>
      <p:ext uri="{BB962C8B-B14F-4D97-AF65-F5344CB8AC3E}">
        <p14:creationId xmlns:p14="http://schemas.microsoft.com/office/powerpoint/2010/main" val="311280439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6135">
          <p15:clr>
            <a:srgbClr val="5ACBF0"/>
          </p15:clr>
        </p15:guide>
        <p15:guide id="3" orient="horz" pos="1910">
          <p15:clr>
            <a:srgbClr val="5ACBF0"/>
          </p15:clr>
        </p15:guide>
      </p15:sldGuideLst>
    </p:ext>
  </p:extLst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3259827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 logo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3" descr="This is a copyright notice that should be included on the final slide."/>
          <p:cNvSpPr txBox="1">
            <a:spLocks noChangeArrowheads="1"/>
          </p:cNvSpPr>
          <p:nvPr/>
        </p:nvSpPr>
        <p:spPr bwMode="blackWhite">
          <a:xfrm>
            <a:off x="584200" y="6161316"/>
            <a:ext cx="4482124" cy="107722"/>
          </a:xfrm>
          <a:prstGeom prst="rect">
            <a:avLst/>
          </a:prstGeom>
          <a:noFill/>
          <a:ln w="12700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0" tIns="0" rIns="0" bIns="0" numCol="1" anchor="b" anchorCtr="0" compatLnSpc="1">
            <a:prstTxWarp prst="textNoShape">
              <a:avLst/>
            </a:prstTxWarp>
            <a:spAutoFit/>
          </a:bodyPr>
          <a:lstStyle/>
          <a:p>
            <a:pPr defTabSz="932290" eaLnBrk="0" hangingPunct="0"/>
            <a:r>
              <a:rPr lang="en-US" sz="700">
                <a:solidFill>
                  <a:schemeClr val="tx1"/>
                </a:solidFill>
                <a:cs typeface="Segoe UI" pitchFamily="34" charset="0"/>
              </a:rPr>
              <a:t>© Copyright Microsoft Corporation. All rights reserved. </a:t>
            </a:r>
          </a:p>
        </p:txBody>
      </p:sp>
      <p:pic>
        <p:nvPicPr>
          <p:cNvPr id="5" name="MS logo white - EMF" descr="Microsoft logo white text version">
            <a:extLst>
              <a:ext uri="{FF2B5EF4-FFF2-40B4-BE49-F238E27FC236}">
                <a16:creationId xmlns:a16="http://schemas.microsoft.com/office/drawing/2014/main" id="{70D3778F-A717-44C8-9013-FF206B15DD6D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 bwMode="black">
          <a:xfrm>
            <a:off x="584200" y="585788"/>
            <a:ext cx="1366245" cy="292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514616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ck Notes slide Layout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 bwMode="white"/>
        <p:txBody>
          <a:bodyPr/>
          <a:lstStyle>
            <a:lvl1pPr>
              <a:defRPr b="0">
                <a:solidFill>
                  <a:schemeClr val="tx1"/>
                </a:solidFill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B6606D-2DF9-48CD-BBE9-B751BF55CD2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 bwMode="white">
          <a:xfrm>
            <a:off x="584200" y="1436688"/>
            <a:ext cx="11018838" cy="2215991"/>
          </a:xfrm>
        </p:spPr>
        <p:txBody>
          <a:bodyPr>
            <a:spAutoFit/>
          </a:bodyPr>
          <a:lstStyle>
            <a:lvl1pPr>
              <a:defRPr sz="3600">
                <a:latin typeface="+mn-lt"/>
              </a:defRPr>
            </a:lvl1pPr>
            <a:lvl2pPr>
              <a:defRPr sz="28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000">
                <a:latin typeface="+mn-lt"/>
              </a:defRPr>
            </a:lvl4pPr>
            <a:lvl5pPr>
              <a:defRPr sz="1800">
                <a:latin typeface="+mn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Next slide"/>
          <p:cNvSpPr>
            <a:spLocks noGrp="1"/>
          </p:cNvSpPr>
          <p:nvPr>
            <p:ph type="body" sz="quarter" idx="11" hasCustomPrompt="1"/>
          </p:nvPr>
        </p:nvSpPr>
        <p:spPr>
          <a:xfrm>
            <a:off x="1" y="6269038"/>
            <a:ext cx="12192001" cy="588963"/>
          </a:xfrm>
          <a:prstGeom prst="rect">
            <a:avLst/>
          </a:prstGeom>
          <a:solidFill>
            <a:srgbClr val="FFFF99"/>
          </a:solidFill>
        </p:spPr>
        <p:txBody>
          <a:bodyPr wrap="square" lIns="155457" tIns="77729" rIns="155457" bIns="45720" anchor="b" anchorCtr="0">
            <a:noAutofit/>
          </a:bodyPr>
          <a:lstStyle>
            <a:lvl1pPr algn="r">
              <a:buFont typeface="Arial" pitchFamily="34" charset="0"/>
              <a:buNone/>
              <a:defRPr sz="3700" spc="-51" baseline="0">
                <a:solidFill>
                  <a:srgbClr val="000000"/>
                </a:solidFill>
                <a:effectLst/>
                <a:latin typeface="Segoe UI" pitchFamily="34" charset="0"/>
                <a:ea typeface="Segoe UI" pitchFamily="34" charset="0"/>
                <a:cs typeface="Segoe UI" pitchFamily="34" charset="0"/>
              </a:defRPr>
            </a:lvl1pPr>
          </a:lstStyle>
          <a:p>
            <a:pPr lvl="0"/>
            <a:r>
              <a:rPr lang="en-US"/>
              <a:t>Next:</a:t>
            </a:r>
          </a:p>
        </p:txBody>
      </p:sp>
    </p:spTree>
    <p:extLst>
      <p:ext uri="{BB962C8B-B14F-4D97-AF65-F5344CB8AC3E}">
        <p14:creationId xmlns:p14="http://schemas.microsoft.com/office/powerpoint/2010/main" val="387635769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  <p:extLst>
    <p:ext uri="{DCECCB84-F9BA-43D5-87BE-67443E8EF086}">
      <p15:sldGuideLst xmlns:p15="http://schemas.microsoft.com/office/powerpoint/2012/main">
        <p15:guide id="1" orient="horz" pos="904">
          <p15:clr>
            <a:srgbClr val="5ACBF0"/>
          </p15:clr>
        </p15:guide>
        <p15:guide id="2" orient="horz" pos="288">
          <p15:clr>
            <a:srgbClr val="5ACBF0"/>
          </p15:clr>
        </p15:guide>
      </p15:sldGuideLst>
    </p:ext>
  </p:extLst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st patt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E530C24-163F-15BF-3D01-A8CA8BF268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0758627"/>
      </p:ext>
    </p:extLst>
  </p:cSld>
  <p:clrMapOvr>
    <a:masterClrMapping/>
  </p:clrMapOvr>
  <p:transition>
    <p:fade/>
  </p:transition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Dark">
    <p:bg>
      <p:bgPr>
        <a:solidFill>
          <a:srgbClr val="11101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5679604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heme 1 - Light with title">
    <p:bg>
      <p:bgPr>
        <a:solidFill>
          <a:srgbClr val="F5F5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E3DD82-FC40-C843-193F-F757422AB0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516348190"/>
      </p:ext>
    </p:extLst>
  </p:cSld>
  <p:clrMapOvr>
    <a:masterClrMapping/>
  </p:clrMapOvr>
  <p:transition>
    <p:fade/>
  </p:transition>
  <p:extLst>
    <p:ext uri="{DCECCB84-F9BA-43D5-87BE-67443E8EF086}">
      <p15:sldGuideLst xmlns:p15="http://schemas.microsoft.com/office/powerpoint/2012/main">
        <p15:guide id="6" pos="779">
          <p15:clr>
            <a:srgbClr val="A4A3A4"/>
          </p15:clr>
        </p15:guide>
        <p15:guide id="7" pos="962">
          <p15:clr>
            <a:srgbClr val="A4A3A4"/>
          </p15:clr>
        </p15:guide>
        <p15:guide id="8" pos="1373">
          <p15:clr>
            <a:srgbClr val="A4A3A4"/>
          </p15:clr>
        </p15:guide>
        <p15:guide id="9" pos="1556">
          <p15:clr>
            <a:srgbClr val="A4A3A4"/>
          </p15:clr>
        </p15:guide>
        <p15:guide id="10" pos="1967">
          <p15:clr>
            <a:srgbClr val="A4A3A4"/>
          </p15:clr>
        </p15:guide>
        <p15:guide id="11" pos="2150">
          <p15:clr>
            <a:srgbClr val="A4A3A4"/>
          </p15:clr>
        </p15:guide>
        <p15:guide id="12" pos="2561">
          <p15:clr>
            <a:srgbClr val="A4A3A4"/>
          </p15:clr>
        </p15:guide>
        <p15:guide id="13" pos="2744">
          <p15:clr>
            <a:srgbClr val="A4A3A4"/>
          </p15:clr>
        </p15:guide>
        <p15:guide id="14" pos="3161">
          <p15:clr>
            <a:srgbClr val="A4A3A4"/>
          </p15:clr>
        </p15:guide>
        <p15:guide id="15" pos="3348">
          <p15:clr>
            <a:srgbClr val="A4A3A4"/>
          </p15:clr>
        </p15:guide>
        <p15:guide id="16" pos="3754">
          <p15:clr>
            <a:srgbClr val="A4A3A4"/>
          </p15:clr>
        </p15:guide>
        <p15:guide id="17" pos="3931">
          <p15:clr>
            <a:srgbClr val="A4A3A4"/>
          </p15:clr>
        </p15:guide>
        <p15:guide id="18" pos="4342">
          <p15:clr>
            <a:srgbClr val="A4A3A4"/>
          </p15:clr>
        </p15:guide>
        <p15:guide id="19" pos="4531">
          <p15:clr>
            <a:srgbClr val="A4A3A4"/>
          </p15:clr>
        </p15:guide>
        <p15:guide id="20" pos="4937">
          <p15:clr>
            <a:srgbClr val="A4A3A4"/>
          </p15:clr>
        </p15:guide>
        <p15:guide id="21" pos="5120">
          <p15:clr>
            <a:srgbClr val="A4A3A4"/>
          </p15:clr>
        </p15:guide>
        <p15:guide id="22" pos="5529">
          <p15:clr>
            <a:srgbClr val="A4A3A4"/>
          </p15:clr>
        </p15:guide>
        <p15:guide id="23" pos="5714">
          <p15:clr>
            <a:srgbClr val="A4A3A4"/>
          </p15:clr>
        </p15:guide>
        <p15:guide id="24" pos="6123">
          <p15:clr>
            <a:srgbClr val="A4A3A4"/>
          </p15:clr>
        </p15:guide>
        <p15:guide id="25" pos="6308">
          <p15:clr>
            <a:srgbClr val="A4A3A4"/>
          </p15:clr>
        </p15:guide>
        <p15:guide id="26" pos="6717">
          <p15:clr>
            <a:srgbClr val="A4A3A4"/>
          </p15:clr>
        </p15:guide>
        <p15:guide id="27" pos="6900">
          <p15:clr>
            <a:srgbClr val="A4A3A4"/>
          </p15:clr>
        </p15:guide>
        <p15:guide id="28" orient="horz" pos="905">
          <p15:clr>
            <a:srgbClr val="5ACBF0"/>
          </p15:clr>
        </p15:guide>
        <p15:guide id="29" orient="horz" pos="1271">
          <p15:clr>
            <a:srgbClr val="5ACBF0"/>
          </p15:clr>
        </p15:guide>
        <p15:guide id="30" orient="horz" pos="288">
          <p15:clr>
            <a:srgbClr val="5ACBF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image" Target="../media/image1.sv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58.xml"/><Relationship Id="rId13" Type="http://schemas.openxmlformats.org/officeDocument/2006/relationships/slideLayout" Target="../slideLayouts/slideLayout63.xml"/><Relationship Id="rId18" Type="http://schemas.openxmlformats.org/officeDocument/2006/relationships/slideLayout" Target="../slideLayouts/slideLayout68.xml"/><Relationship Id="rId26" Type="http://schemas.openxmlformats.org/officeDocument/2006/relationships/slideLayout" Target="../slideLayouts/slideLayout76.xml"/><Relationship Id="rId3" Type="http://schemas.openxmlformats.org/officeDocument/2006/relationships/slideLayout" Target="../slideLayouts/slideLayout53.xml"/><Relationship Id="rId21" Type="http://schemas.openxmlformats.org/officeDocument/2006/relationships/slideLayout" Target="../slideLayouts/slideLayout71.xml"/><Relationship Id="rId7" Type="http://schemas.openxmlformats.org/officeDocument/2006/relationships/slideLayout" Target="../slideLayouts/slideLayout57.xml"/><Relationship Id="rId12" Type="http://schemas.openxmlformats.org/officeDocument/2006/relationships/slideLayout" Target="../slideLayouts/slideLayout62.xml"/><Relationship Id="rId17" Type="http://schemas.openxmlformats.org/officeDocument/2006/relationships/slideLayout" Target="../slideLayouts/slideLayout67.xml"/><Relationship Id="rId25" Type="http://schemas.openxmlformats.org/officeDocument/2006/relationships/slideLayout" Target="../slideLayouts/slideLayout75.xml"/><Relationship Id="rId2" Type="http://schemas.openxmlformats.org/officeDocument/2006/relationships/slideLayout" Target="../slideLayouts/slideLayout52.xml"/><Relationship Id="rId16" Type="http://schemas.openxmlformats.org/officeDocument/2006/relationships/slideLayout" Target="../slideLayouts/slideLayout66.xml"/><Relationship Id="rId20" Type="http://schemas.openxmlformats.org/officeDocument/2006/relationships/slideLayout" Target="../slideLayouts/slideLayout70.xml"/><Relationship Id="rId29" Type="http://schemas.openxmlformats.org/officeDocument/2006/relationships/slideLayout" Target="../slideLayouts/slideLayout79.xml"/><Relationship Id="rId1" Type="http://schemas.openxmlformats.org/officeDocument/2006/relationships/slideLayout" Target="../slideLayouts/slideLayout51.xml"/><Relationship Id="rId6" Type="http://schemas.openxmlformats.org/officeDocument/2006/relationships/slideLayout" Target="../slideLayouts/slideLayout56.xml"/><Relationship Id="rId11" Type="http://schemas.openxmlformats.org/officeDocument/2006/relationships/slideLayout" Target="../slideLayouts/slideLayout61.xml"/><Relationship Id="rId24" Type="http://schemas.openxmlformats.org/officeDocument/2006/relationships/slideLayout" Target="../slideLayouts/slideLayout74.xml"/><Relationship Id="rId32" Type="http://schemas.openxmlformats.org/officeDocument/2006/relationships/image" Target="../media/image1.svg"/><Relationship Id="rId5" Type="http://schemas.openxmlformats.org/officeDocument/2006/relationships/slideLayout" Target="../slideLayouts/slideLayout55.xml"/><Relationship Id="rId15" Type="http://schemas.openxmlformats.org/officeDocument/2006/relationships/slideLayout" Target="../slideLayouts/slideLayout65.xml"/><Relationship Id="rId23" Type="http://schemas.openxmlformats.org/officeDocument/2006/relationships/slideLayout" Target="../slideLayouts/slideLayout73.xml"/><Relationship Id="rId28" Type="http://schemas.openxmlformats.org/officeDocument/2006/relationships/slideLayout" Target="../slideLayouts/slideLayout78.xml"/><Relationship Id="rId10" Type="http://schemas.openxmlformats.org/officeDocument/2006/relationships/slideLayout" Target="../slideLayouts/slideLayout60.xml"/><Relationship Id="rId19" Type="http://schemas.openxmlformats.org/officeDocument/2006/relationships/slideLayout" Target="../slideLayouts/slideLayout69.xml"/><Relationship Id="rId31" Type="http://schemas.openxmlformats.org/officeDocument/2006/relationships/theme" Target="../theme/theme2.xml"/><Relationship Id="rId4" Type="http://schemas.openxmlformats.org/officeDocument/2006/relationships/slideLayout" Target="../slideLayouts/slideLayout54.xml"/><Relationship Id="rId9" Type="http://schemas.openxmlformats.org/officeDocument/2006/relationships/slideLayout" Target="../slideLayouts/slideLayout59.xml"/><Relationship Id="rId14" Type="http://schemas.openxmlformats.org/officeDocument/2006/relationships/slideLayout" Target="../slideLayouts/slideLayout64.xml"/><Relationship Id="rId22" Type="http://schemas.openxmlformats.org/officeDocument/2006/relationships/slideLayout" Target="../slideLayouts/slideLayout72.xml"/><Relationship Id="rId27" Type="http://schemas.openxmlformats.org/officeDocument/2006/relationships/slideLayout" Target="../slideLayouts/slideLayout77.xml"/><Relationship Id="rId30" Type="http://schemas.openxmlformats.org/officeDocument/2006/relationships/slideLayout" Target="../slideLayouts/slideLayout8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 bwMode="blackWhite"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363177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5601" r:id="rId1"/>
    <p:sldLayoutId id="2147485554" r:id="rId2"/>
    <p:sldLayoutId id="2147485555" r:id="rId3"/>
    <p:sldLayoutId id="2147485556" r:id="rId4"/>
    <p:sldLayoutId id="2147485557" r:id="rId5"/>
    <p:sldLayoutId id="2147485558" r:id="rId6"/>
    <p:sldLayoutId id="2147485559" r:id="rId7"/>
    <p:sldLayoutId id="2147485560" r:id="rId8"/>
    <p:sldLayoutId id="2147485561" r:id="rId9"/>
    <p:sldLayoutId id="2147485562" r:id="rId10"/>
    <p:sldLayoutId id="2147485563" r:id="rId11"/>
    <p:sldLayoutId id="2147485564" r:id="rId12"/>
    <p:sldLayoutId id="2147485565" r:id="rId13"/>
    <p:sldLayoutId id="2147485566" r:id="rId14"/>
    <p:sldLayoutId id="2147485567" r:id="rId15"/>
    <p:sldLayoutId id="2147485568" r:id="rId16"/>
    <p:sldLayoutId id="2147485569" r:id="rId17"/>
    <p:sldLayoutId id="2147485570" r:id="rId18"/>
    <p:sldLayoutId id="2147485571" r:id="rId19"/>
    <p:sldLayoutId id="2147485572" r:id="rId20"/>
    <p:sldLayoutId id="2147485573" r:id="rId21"/>
    <p:sldLayoutId id="2147485574" r:id="rId22"/>
    <p:sldLayoutId id="2147485575" r:id="rId23"/>
    <p:sldLayoutId id="2147485576" r:id="rId24"/>
    <p:sldLayoutId id="2147485577" r:id="rId25"/>
    <p:sldLayoutId id="2147485578" r:id="rId26"/>
    <p:sldLayoutId id="2147485579" r:id="rId27"/>
    <p:sldLayoutId id="2147485580" r:id="rId28"/>
    <p:sldLayoutId id="2147485581" r:id="rId29"/>
    <p:sldLayoutId id="2147485582" r:id="rId30"/>
    <p:sldLayoutId id="2147485583" r:id="rId31"/>
    <p:sldLayoutId id="2147485584" r:id="rId32"/>
    <p:sldLayoutId id="2147485585" r:id="rId33"/>
    <p:sldLayoutId id="2147485586" r:id="rId34"/>
    <p:sldLayoutId id="2147485587" r:id="rId35"/>
    <p:sldLayoutId id="2147485588" r:id="rId36"/>
    <p:sldLayoutId id="2147485589" r:id="rId37"/>
    <p:sldLayoutId id="2147485590" r:id="rId38"/>
    <p:sldLayoutId id="2147485591" r:id="rId39"/>
    <p:sldLayoutId id="2147485592" r:id="rId40"/>
    <p:sldLayoutId id="2147485593" r:id="rId41"/>
    <p:sldLayoutId id="2147485594" r:id="rId42"/>
    <p:sldLayoutId id="2147485595" r:id="rId43"/>
    <p:sldLayoutId id="2147485596" r:id="rId44"/>
    <p:sldLayoutId id="2147485597" r:id="rId45"/>
    <p:sldLayoutId id="2147485598" r:id="rId46"/>
    <p:sldLayoutId id="2147485599" r:id="rId47"/>
    <p:sldLayoutId id="2147485600" r:id="rId48"/>
    <p:sldLayoutId id="2147485602" r:id="rId49"/>
    <p:sldLayoutId id="2147485608" r:id="rId50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blackWhite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  <a:prstGeom prst="rect">
            <a:avLst/>
          </a:prstGeom>
        </p:spPr>
        <p:txBody>
          <a:bodyPr vert="horz" wrap="square" lIns="0" tIns="0" rIns="0" bIns="0" rtlCol="0" anchor="t">
            <a:sp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"/>
          </p:nvPr>
        </p:nvSpPr>
        <p:spPr>
          <a:xfrm>
            <a:off x="584200" y="1435503"/>
            <a:ext cx="11018520" cy="161274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grpSp>
        <p:nvGrpSpPr>
          <p:cNvPr id="47" name="GRID" hidden="1">
            <a:extLst>
              <a:ext uri="{FF2B5EF4-FFF2-40B4-BE49-F238E27FC236}">
                <a16:creationId xmlns:a16="http://schemas.microsoft.com/office/drawing/2014/main" id="{32B5FFBF-552A-4973-B5B3-9EE3A765185F}"/>
              </a:ext>
            </a:extLst>
          </p:cNvPr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cxnSp>
          <p:nvCxnSpPr>
            <p:cNvPr id="7" name="Straight Connector 6">
              <a:extLst>
                <a:ext uri="{FF2B5EF4-FFF2-40B4-BE49-F238E27FC236}">
                  <a16:creationId xmlns:a16="http://schemas.microsoft.com/office/drawing/2014/main" id="{5CD412E5-2492-4063-96AB-C451FC39F2B6}"/>
                </a:ext>
              </a:extLst>
            </p:cNvPr>
            <p:cNvCxnSpPr/>
            <p:nvPr/>
          </p:nvCxnSpPr>
          <p:spPr>
            <a:xfrm>
              <a:off x="0" y="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D25E7FAE-6A98-413B-871E-10F8DF6FF1E3}"/>
                </a:ext>
              </a:extLst>
            </p:cNvPr>
            <p:cNvCxnSpPr/>
            <p:nvPr/>
          </p:nvCxnSpPr>
          <p:spPr>
            <a:xfrm>
              <a:off x="0" y="29260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EF42BDE7-00A0-446E-9CEE-23DDF6A13E6E}"/>
                </a:ext>
              </a:extLst>
            </p:cNvPr>
            <p:cNvCxnSpPr/>
            <p:nvPr/>
          </p:nvCxnSpPr>
          <p:spPr>
            <a:xfrm>
              <a:off x="0" y="585216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AD48FF31-9C6A-4C0C-AB96-ED556488A1BA}"/>
                </a:ext>
              </a:extLst>
            </p:cNvPr>
            <p:cNvCxnSpPr/>
            <p:nvPr/>
          </p:nvCxnSpPr>
          <p:spPr>
            <a:xfrm>
              <a:off x="0" y="6272784"/>
              <a:ext cx="12188952" cy="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28D811B2-F122-4FF3-A4F6-E7291A5152BB}"/>
                </a:ext>
              </a:extLst>
            </p:cNvPr>
            <p:cNvCxnSpPr/>
            <p:nvPr/>
          </p:nvCxnSpPr>
          <p:spPr>
            <a:xfrm>
              <a:off x="0" y="656539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A2029335-BA6E-4B6F-B752-D02603169DE6}"/>
                </a:ext>
              </a:extLst>
            </p:cNvPr>
            <p:cNvCxnSpPr/>
            <p:nvPr/>
          </p:nvCxnSpPr>
          <p:spPr>
            <a:xfrm>
              <a:off x="0" y="685800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708D55A0-D16C-4191-B9F9-C95B51610B5E}"/>
                </a:ext>
              </a:extLst>
            </p:cNvPr>
            <p:cNvCxnSpPr/>
            <p:nvPr/>
          </p:nvCxnSpPr>
          <p:spPr>
            <a:xfrm>
              <a:off x="0" y="87782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A3FCB58-9F61-404B-A493-7860A942FCC2}"/>
                </a:ext>
              </a:extLst>
            </p:cNvPr>
            <p:cNvCxnSpPr/>
            <p:nvPr/>
          </p:nvCxnSpPr>
          <p:spPr>
            <a:xfrm>
              <a:off x="0" y="117043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0EFD38DF-4402-499A-B7B2-D5BBF3AD467C}"/>
                </a:ext>
              </a:extLst>
            </p:cNvPr>
            <p:cNvCxnSpPr/>
            <p:nvPr/>
          </p:nvCxnSpPr>
          <p:spPr>
            <a:xfrm>
              <a:off x="0" y="146304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26DFD209-A624-4FEA-8F60-067FBF0CC1E8}"/>
                </a:ext>
              </a:extLst>
            </p:cNvPr>
            <p:cNvCxnSpPr/>
            <p:nvPr/>
          </p:nvCxnSpPr>
          <p:spPr>
            <a:xfrm>
              <a:off x="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F1B8ED61-88C3-48AA-91A7-BFD779B3B3BA}"/>
                </a:ext>
              </a:extLst>
            </p:cNvPr>
            <p:cNvCxnSpPr/>
            <p:nvPr/>
          </p:nvCxnSpPr>
          <p:spPr>
            <a:xfrm>
              <a:off x="585216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>
              <a:extLst>
                <a:ext uri="{FF2B5EF4-FFF2-40B4-BE49-F238E27FC236}">
                  <a16:creationId xmlns:a16="http://schemas.microsoft.com/office/drawing/2014/main" id="{822AC47D-49D2-4B9E-B580-53A7922E5654}"/>
                </a:ext>
              </a:extLst>
            </p:cNvPr>
            <p:cNvCxnSpPr/>
            <p:nvPr/>
          </p:nvCxnSpPr>
          <p:spPr>
            <a:xfrm>
              <a:off x="29260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0D7A2DB-4310-49CD-83F6-55B33BE76665}"/>
                </a:ext>
              </a:extLst>
            </p:cNvPr>
            <p:cNvCxnSpPr/>
            <p:nvPr/>
          </p:nvCxnSpPr>
          <p:spPr>
            <a:xfrm>
              <a:off x="877824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20C40071-7BC6-4682-9CD1-0631E07C9F11}"/>
                </a:ext>
              </a:extLst>
            </p:cNvPr>
            <p:cNvCxnSpPr/>
            <p:nvPr/>
          </p:nvCxnSpPr>
          <p:spPr>
            <a:xfrm>
              <a:off x="117043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" name="Straight Connector 21">
              <a:extLst>
                <a:ext uri="{FF2B5EF4-FFF2-40B4-BE49-F238E27FC236}">
                  <a16:creationId xmlns:a16="http://schemas.microsoft.com/office/drawing/2014/main" id="{EE0ACFAA-26E9-44D2-BEF0-E02CAE93F397}"/>
                </a:ext>
              </a:extLst>
            </p:cNvPr>
            <p:cNvCxnSpPr/>
            <p:nvPr/>
          </p:nvCxnSpPr>
          <p:spPr>
            <a:xfrm>
              <a:off x="11021568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" name="Straight Connector 22">
              <a:extLst>
                <a:ext uri="{FF2B5EF4-FFF2-40B4-BE49-F238E27FC236}">
                  <a16:creationId xmlns:a16="http://schemas.microsoft.com/office/drawing/2014/main" id="{385D1186-93AE-4B67-8544-763E0B213AAC}"/>
                </a:ext>
              </a:extLst>
            </p:cNvPr>
            <p:cNvCxnSpPr/>
            <p:nvPr/>
          </p:nvCxnSpPr>
          <p:spPr>
            <a:xfrm>
              <a:off x="11606784" y="0"/>
              <a:ext cx="0" cy="6858000"/>
            </a:xfrm>
            <a:prstGeom prst="line">
              <a:avLst/>
            </a:prstGeom>
            <a:ln w="3175">
              <a:solidFill>
                <a:srgbClr val="DF45D4"/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Straight Connector 23">
              <a:extLst>
                <a:ext uri="{FF2B5EF4-FFF2-40B4-BE49-F238E27FC236}">
                  <a16:creationId xmlns:a16="http://schemas.microsoft.com/office/drawing/2014/main" id="{CB1D45AE-FC53-4BB4-A9CD-C563C03A1195}"/>
                </a:ext>
              </a:extLst>
            </p:cNvPr>
            <p:cNvCxnSpPr/>
            <p:nvPr/>
          </p:nvCxnSpPr>
          <p:spPr>
            <a:xfrm>
              <a:off x="11314176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325177A-06D9-4C2A-B7EF-984A90245BF7}"/>
                </a:ext>
              </a:extLst>
            </p:cNvPr>
            <p:cNvCxnSpPr/>
            <p:nvPr/>
          </p:nvCxnSpPr>
          <p:spPr>
            <a:xfrm>
              <a:off x="11899392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D2B67796-DF72-4C3B-A79D-7534FD3084C9}"/>
                </a:ext>
              </a:extLst>
            </p:cNvPr>
            <p:cNvCxnSpPr/>
            <p:nvPr/>
          </p:nvCxnSpPr>
          <p:spPr>
            <a:xfrm>
              <a:off x="12192000" y="0"/>
              <a:ext cx="0" cy="685800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C8B2C409-2FF7-4120-9E48-02A446B82DD6}"/>
                </a:ext>
              </a:extLst>
            </p:cNvPr>
            <p:cNvCxnSpPr/>
            <p:nvPr/>
          </p:nvCxnSpPr>
          <p:spPr>
            <a:xfrm>
              <a:off x="0" y="175564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F3E0130A-B11A-42AB-8439-3CB0569F1C08}"/>
                </a:ext>
              </a:extLst>
            </p:cNvPr>
            <p:cNvCxnSpPr/>
            <p:nvPr/>
          </p:nvCxnSpPr>
          <p:spPr>
            <a:xfrm>
              <a:off x="0" y="204825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0840B631-CB23-44B8-823B-56619D54F0E4}"/>
                </a:ext>
              </a:extLst>
            </p:cNvPr>
            <p:cNvCxnSpPr/>
            <p:nvPr/>
          </p:nvCxnSpPr>
          <p:spPr>
            <a:xfrm>
              <a:off x="0" y="234086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C7DD460B-BBE5-43D6-95DF-C1C1CC6239C6}"/>
                </a:ext>
              </a:extLst>
            </p:cNvPr>
            <p:cNvCxnSpPr/>
            <p:nvPr/>
          </p:nvCxnSpPr>
          <p:spPr>
            <a:xfrm>
              <a:off x="0" y="263347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7F5BEEB4-62B8-420A-9489-8319B9432C34}"/>
                </a:ext>
              </a:extLst>
            </p:cNvPr>
            <p:cNvCxnSpPr/>
            <p:nvPr/>
          </p:nvCxnSpPr>
          <p:spPr>
            <a:xfrm>
              <a:off x="0" y="292608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79242164-82A4-4DA9-B78C-33430C241872}"/>
                </a:ext>
              </a:extLst>
            </p:cNvPr>
            <p:cNvCxnSpPr/>
            <p:nvPr/>
          </p:nvCxnSpPr>
          <p:spPr>
            <a:xfrm>
              <a:off x="0" y="321868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D8767DD-4892-4904-AE72-87087DD9CCC2}"/>
                </a:ext>
              </a:extLst>
            </p:cNvPr>
            <p:cNvCxnSpPr/>
            <p:nvPr/>
          </p:nvCxnSpPr>
          <p:spPr>
            <a:xfrm>
              <a:off x="0" y="351129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245FC793-2AD0-4021-B3FB-391EDDE6CB63}"/>
                </a:ext>
              </a:extLst>
            </p:cNvPr>
            <p:cNvCxnSpPr/>
            <p:nvPr/>
          </p:nvCxnSpPr>
          <p:spPr>
            <a:xfrm>
              <a:off x="0" y="380390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8091C6C8-296D-4AA9-8F03-7DEA5FA7D71A}"/>
                </a:ext>
              </a:extLst>
            </p:cNvPr>
            <p:cNvCxnSpPr/>
            <p:nvPr/>
          </p:nvCxnSpPr>
          <p:spPr>
            <a:xfrm>
              <a:off x="0" y="409651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71CBDA8A-698A-4B1C-BC41-CD72C2900FE8}"/>
                </a:ext>
              </a:extLst>
            </p:cNvPr>
            <p:cNvCxnSpPr/>
            <p:nvPr/>
          </p:nvCxnSpPr>
          <p:spPr>
            <a:xfrm>
              <a:off x="0" y="438912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F0780C82-EF19-43A2-BF1B-31FDFBA092CA}"/>
                </a:ext>
              </a:extLst>
            </p:cNvPr>
            <p:cNvCxnSpPr/>
            <p:nvPr/>
          </p:nvCxnSpPr>
          <p:spPr>
            <a:xfrm>
              <a:off x="0" y="4681728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Straight Connector 42">
              <a:extLst>
                <a:ext uri="{FF2B5EF4-FFF2-40B4-BE49-F238E27FC236}">
                  <a16:creationId xmlns:a16="http://schemas.microsoft.com/office/drawing/2014/main" id="{13492339-9370-44E2-8C4D-414393DEB764}"/>
                </a:ext>
              </a:extLst>
            </p:cNvPr>
            <p:cNvCxnSpPr/>
            <p:nvPr/>
          </p:nvCxnSpPr>
          <p:spPr>
            <a:xfrm>
              <a:off x="0" y="4974336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Straight Connector 43">
              <a:extLst>
                <a:ext uri="{FF2B5EF4-FFF2-40B4-BE49-F238E27FC236}">
                  <a16:creationId xmlns:a16="http://schemas.microsoft.com/office/drawing/2014/main" id="{EBF7CE2A-C0A7-4C6F-88B8-E40107AE34E8}"/>
                </a:ext>
              </a:extLst>
            </p:cNvPr>
            <p:cNvCxnSpPr/>
            <p:nvPr/>
          </p:nvCxnSpPr>
          <p:spPr>
            <a:xfrm>
              <a:off x="0" y="5266944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CCD7A1D0-B060-4037-BFAE-80FAF89CC35F}"/>
                </a:ext>
              </a:extLst>
            </p:cNvPr>
            <p:cNvCxnSpPr/>
            <p:nvPr/>
          </p:nvCxnSpPr>
          <p:spPr>
            <a:xfrm>
              <a:off x="0" y="5559552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2A121C21-7F60-43D7-B9B4-682B9D22E24D}"/>
                </a:ext>
              </a:extLst>
            </p:cNvPr>
            <p:cNvCxnSpPr/>
            <p:nvPr/>
          </p:nvCxnSpPr>
          <p:spPr>
            <a:xfrm>
              <a:off x="0" y="5852160"/>
              <a:ext cx="12188952" cy="0"/>
            </a:xfrm>
            <a:prstGeom prst="line">
              <a:avLst/>
            </a:prstGeom>
            <a:ln w="3175">
              <a:solidFill>
                <a:schemeClr val="tx1">
                  <a:alpha val="20000"/>
                </a:schemeClr>
              </a:solidFill>
              <a:headEnd type="none"/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.64 square" hidden="1">
            <a:extLst>
              <a:ext uri="{FF2B5EF4-FFF2-40B4-BE49-F238E27FC236}">
                <a16:creationId xmlns:a16="http://schemas.microsoft.com/office/drawing/2014/main" id="{90E0CE0A-15D7-405F-8DFA-B7F5AF47B03C}"/>
              </a:ext>
            </a:extLst>
          </p:cNvPr>
          <p:cNvSpPr/>
          <p:nvPr/>
        </p:nvSpPr>
        <p:spPr bwMode="auto">
          <a:xfrm>
            <a:off x="0" y="0"/>
            <a:ext cx="585216" cy="585216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sp>
        <p:nvSpPr>
          <p:cNvPr id="35" name=".32 square" hidden="1">
            <a:extLst>
              <a:ext uri="{FF2B5EF4-FFF2-40B4-BE49-F238E27FC236}">
                <a16:creationId xmlns:a16="http://schemas.microsoft.com/office/drawing/2014/main" id="{09835393-211C-428D-B22F-51EE7A413599}"/>
              </a:ext>
            </a:extLst>
          </p:cNvPr>
          <p:cNvSpPr/>
          <p:nvPr/>
        </p:nvSpPr>
        <p:spPr bwMode="auto">
          <a:xfrm>
            <a:off x="0" y="0"/>
            <a:ext cx="292608" cy="292608"/>
          </a:xfrm>
          <a:prstGeom prst="rect">
            <a:avLst/>
          </a:prstGeom>
          <a:solidFill>
            <a:schemeClr val="tx1">
              <a:alpha val="17000"/>
            </a:schemeClr>
          </a:solidFill>
          <a:ln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algn="ctr" defTabSz="932472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lang="en-US" sz="2400">
              <a:gradFill>
                <a:gsLst>
                  <a:gs pos="0">
                    <a:srgbClr val="FFFFFF"/>
                  </a:gs>
                  <a:gs pos="100000">
                    <a:srgbClr val="FFFFFF"/>
                  </a:gs>
                </a:gsLst>
                <a:lin ang="5400000" scaled="0"/>
              </a:gradFill>
              <a:ea typeface="Segoe UI" pitchFamily="34" charset="0"/>
              <a:cs typeface="Segoe UI" pitchFamily="34" charset="0"/>
            </a:endParaRPr>
          </a:p>
        </p:txBody>
      </p:sp>
      <p:pic>
        <p:nvPicPr>
          <p:cNvPr id="144" name="Graphic 143">
            <a:extLst>
              <a:ext uri="{FF2B5EF4-FFF2-40B4-BE49-F238E27FC236}">
                <a16:creationId xmlns:a16="http://schemas.microsoft.com/office/drawing/2014/main" id="{55FCE7D5-5796-0746-3173-EB75FBE85E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2"/>
              </a:ext>
            </a:extLst>
          </a:blip>
          <a:srcRect/>
          <a:stretch/>
        </p:blipFill>
        <p:spPr>
          <a:xfrm rot="5400000">
            <a:off x="9509919" y="2743200"/>
            <a:ext cx="6858000" cy="1371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477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5611" r:id="rId1"/>
    <p:sldLayoutId id="2147485612" r:id="rId2"/>
    <p:sldLayoutId id="2147485613" r:id="rId3"/>
    <p:sldLayoutId id="2147485614" r:id="rId4"/>
    <p:sldLayoutId id="2147485615" r:id="rId5"/>
    <p:sldLayoutId id="2147485616" r:id="rId6"/>
    <p:sldLayoutId id="2147485617" r:id="rId7"/>
    <p:sldLayoutId id="2147485618" r:id="rId8"/>
    <p:sldLayoutId id="2147485619" r:id="rId9"/>
    <p:sldLayoutId id="2147485620" r:id="rId10"/>
    <p:sldLayoutId id="2147485621" r:id="rId11"/>
    <p:sldLayoutId id="2147485622" r:id="rId12"/>
    <p:sldLayoutId id="2147485623" r:id="rId13"/>
    <p:sldLayoutId id="2147485624" r:id="rId14"/>
    <p:sldLayoutId id="2147485625" r:id="rId15"/>
    <p:sldLayoutId id="2147485626" r:id="rId16"/>
    <p:sldLayoutId id="2147485627" r:id="rId17"/>
    <p:sldLayoutId id="2147485628" r:id="rId18"/>
    <p:sldLayoutId id="2147485629" r:id="rId19"/>
    <p:sldLayoutId id="2147485630" r:id="rId20"/>
    <p:sldLayoutId id="2147485631" r:id="rId21"/>
    <p:sldLayoutId id="2147485632" r:id="rId22"/>
    <p:sldLayoutId id="2147485633" r:id="rId23"/>
    <p:sldLayoutId id="2147485634" r:id="rId24"/>
    <p:sldLayoutId id="2147485635" r:id="rId25"/>
    <p:sldLayoutId id="2147485636" r:id="rId26"/>
    <p:sldLayoutId id="2147485637" r:id="rId27"/>
    <p:sldLayoutId id="2147485638" r:id="rId28"/>
    <p:sldLayoutId id="2147485639" r:id="rId29"/>
    <p:sldLayoutId id="2147485640" r:id="rId30"/>
  </p:sldLayoutIdLst>
  <p:transition>
    <p:fade/>
  </p:transition>
  <p:hf sldNum="0" hdr="0" ftr="0" dt="0"/>
  <p:txStyles>
    <p:titleStyle>
      <a:lvl1pPr algn="l" defTabSz="932742" rtl="0" eaLnBrk="1" latinLnBrk="0" hangingPunct="1">
        <a:lnSpc>
          <a:spcPct val="100000"/>
        </a:lnSpc>
        <a:spcBef>
          <a:spcPct val="0"/>
        </a:spcBef>
        <a:buNone/>
        <a:defRPr lang="en-US" sz="3600" b="0" kern="1200" cap="none" spc="-50" baseline="0" dirty="0" smtClean="0">
          <a:ln w="3175">
            <a:noFill/>
          </a:ln>
          <a:solidFill>
            <a:schemeClr val="tx1"/>
          </a:solidFill>
          <a:effectLst/>
          <a:latin typeface="+mj-lt"/>
          <a:ea typeface="+mn-ea"/>
          <a:cs typeface="Segoe UI" pitchFamily="34" charset="0"/>
        </a:defRPr>
      </a:lvl1pPr>
    </p:titleStyle>
    <p:bodyStyle>
      <a:lvl1pPr marL="2286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800" kern="1200" spc="0" baseline="0">
          <a:solidFill>
            <a:schemeClr val="tx1"/>
          </a:solidFill>
          <a:latin typeface="+mn-lt"/>
          <a:ea typeface="+mn-ea"/>
          <a:cs typeface="Segoe UI" panose="020B0502040204020203" pitchFamily="34" charset="0"/>
        </a:defRPr>
      </a:lvl1pPr>
      <a:lvl2pPr marL="457200" marR="0" indent="-228600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2000" kern="1200" spc="0" baseline="0">
          <a:solidFill>
            <a:schemeClr val="tx1"/>
          </a:solidFill>
          <a:latin typeface="+mn-lt"/>
          <a:ea typeface="+mn-ea"/>
          <a:cs typeface="+mn-cs"/>
        </a:defRPr>
      </a:lvl2pPr>
      <a:lvl3pPr marL="657225" marR="0" indent="-20002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600" kern="1200" spc="0" baseline="0">
          <a:solidFill>
            <a:schemeClr val="tx1"/>
          </a:solidFill>
          <a:latin typeface="+mn-lt"/>
          <a:ea typeface="+mn-ea"/>
          <a:cs typeface="+mn-cs"/>
        </a:defRPr>
      </a:lvl3pPr>
      <a:lvl4pPr marL="842963" marR="0" indent="-1809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4pPr>
      <a:lvl5pPr marL="1023938" marR="0" indent="-168275" algn="l" defTabSz="932742" rtl="0" eaLnBrk="1" fontAlgn="auto" latinLnBrk="0" hangingPunct="1">
        <a:lnSpc>
          <a:spcPct val="100000"/>
        </a:lnSpc>
        <a:spcBef>
          <a:spcPct val="20000"/>
        </a:spcBef>
        <a:spcAft>
          <a:spcPts val="0"/>
        </a:spcAft>
        <a:buClrTx/>
        <a:buSzPct val="90000"/>
        <a:buFont typeface="Wingdings" panose="05000000000000000000" pitchFamily="2" charset="2"/>
        <a:buChar char=""/>
        <a:tabLst/>
        <a:defRPr sz="1400" kern="1200" spc="0" baseline="0">
          <a:solidFill>
            <a:schemeClr val="tx1"/>
          </a:solidFill>
          <a:latin typeface="+mn-lt"/>
          <a:ea typeface="+mn-ea"/>
          <a:cs typeface="+mn-cs"/>
        </a:defRPr>
      </a:lvl5pPr>
      <a:lvl6pPr marL="2565040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3031412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97783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964155" indent="-233186" algn="l" defTabSz="932742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66371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32742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99113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65484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33185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98226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64597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730969" algn="l" defTabSz="932742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6" pos="368">
          <p15:clr>
            <a:srgbClr val="C35EA4"/>
          </p15:clr>
        </p15:guide>
        <p15:guide id="17" pos="7313">
          <p15:clr>
            <a:srgbClr val="C35EA4"/>
          </p15:clr>
        </p15:guide>
        <p15:guide id="25" orient="horz" pos="369">
          <p15:clr>
            <a:srgbClr val="C35EA4"/>
          </p15:clr>
        </p15:guide>
        <p15:guide id="26" orient="horz" pos="3949">
          <p15:clr>
            <a:srgbClr val="C35EA4"/>
          </p15:clr>
        </p15:guide>
        <p15:guide id="27" orient="horz" pos="184">
          <p15:clr>
            <a:srgbClr val="A4A3A4"/>
          </p15:clr>
        </p15:guide>
        <p15:guide id="28" pos="185">
          <p15:clr>
            <a:srgbClr val="A4A3A4"/>
          </p15:clr>
        </p15:guide>
        <p15:guide id="29" orient="horz" pos="4135">
          <p15:clr>
            <a:srgbClr val="A4A3A4"/>
          </p15:clr>
        </p15:guide>
        <p15:guide id="30" pos="7495">
          <p15:clr>
            <a:srgbClr val="A4A3A4"/>
          </p15:clr>
        </p15:guide>
        <p15:guide id="31" orient="horz" pos="400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3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18/10/relationships/comments" Target="../comments/modernComment_7FFFFA3B_DF2B31E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4.xml"/><Relationship Id="rId4" Type="http://schemas.openxmlformats.org/officeDocument/2006/relationships/image" Target="../media/image38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6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2A810319-A1AA-7C11-749F-08396D27FD8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1174750" y="457200"/>
            <a:ext cx="11017250" cy="554038"/>
          </a:xfrm>
          <a:noFill/>
        </p:spPr>
        <p:txBody>
          <a:bodyPr/>
          <a:lstStyle/>
          <a:p>
            <a:r>
              <a:rPr lang="en-US">
                <a:noFill/>
              </a:rPr>
              <a:t>Microsoft AI Tour</a:t>
            </a:r>
          </a:p>
        </p:txBody>
      </p:sp>
    </p:spTree>
    <p:extLst>
      <p:ext uri="{BB962C8B-B14F-4D97-AF65-F5344CB8AC3E}">
        <p14:creationId xmlns:p14="http://schemas.microsoft.com/office/powerpoint/2010/main" val="3518947388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84200" y="2425780"/>
            <a:ext cx="6692900" cy="1107996"/>
          </a:xfrm>
        </p:spPr>
        <p:txBody>
          <a:bodyPr/>
          <a:lstStyle/>
          <a:p>
            <a:r>
              <a:rPr lang="en-US"/>
              <a:t>ILL 234 – Coding with agents in GitHub Copilot CLI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/>
              <a:t>Subtitle or speaker name</a:t>
            </a:r>
          </a:p>
        </p:txBody>
      </p:sp>
    </p:spTree>
    <p:extLst>
      <p:ext uri="{BB962C8B-B14F-4D97-AF65-F5344CB8AC3E}">
        <p14:creationId xmlns:p14="http://schemas.microsoft.com/office/powerpoint/2010/main" val="3974984457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D5182-DFCC-30A5-261D-13B7BA00A7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55637B6-3AF8-08FE-FD2A-B2EFA4BB02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/>
              <a:t>As you're getting settled:</a:t>
            </a:r>
          </a:p>
        </p:txBody>
      </p:sp>
      <p:sp>
        <p:nvSpPr>
          <p:cNvPr id="3" name="Rounded Rectangle 11">
            <a:extLst>
              <a:ext uri="{FF2B5EF4-FFF2-40B4-BE49-F238E27FC236}">
                <a16:creationId xmlns:a16="http://schemas.microsoft.com/office/drawing/2014/main" id="{EBB2B6A5-7396-43D3-57B7-E6AB8F1525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980069" y="1714500"/>
            <a:ext cx="3305609" cy="3886200"/>
          </a:xfrm>
          <a:prstGeom prst="roundRect">
            <a:avLst>
              <a:gd name="adj" fmla="val 9306"/>
            </a:avLst>
          </a:prstGeom>
          <a:solidFill>
            <a:schemeClr val="tx1">
              <a:alpha val="10000"/>
            </a:schemeClr>
          </a:solidFill>
          <a:ln w="12700">
            <a:noFill/>
          </a:ln>
        </p:spPr>
        <p:txBody>
          <a:bodyPr wrap="square" lIns="91440" tIns="91440" rIns="91440" bIns="9144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sz="1600">
              <a:ln w="3175">
                <a:noFill/>
              </a:ln>
              <a:solidFill>
                <a:srgbClr val="000000"/>
              </a:solidFill>
              <a:latin typeface="+mj-lt"/>
              <a:cs typeface="Segoe Sans Display Semibold" pitchFamily="2" charset="0"/>
            </a:endParaRPr>
          </a:p>
        </p:txBody>
      </p:sp>
      <p:sp>
        <p:nvSpPr>
          <p:cNvPr id="16" name="Shape">
            <a:extLst>
              <a:ext uri="{FF2B5EF4-FFF2-40B4-BE49-F238E27FC236}">
                <a16:creationId xmlns:a16="http://schemas.microsoft.com/office/drawing/2014/main" id="{786118A9-DCF2-F3CF-AB29-4E98ABF997CC}"/>
              </a:ext>
            </a:extLst>
          </p:cNvPr>
          <p:cNvSpPr/>
          <p:nvPr/>
        </p:nvSpPr>
        <p:spPr>
          <a:xfrm>
            <a:off x="2279924" y="2131123"/>
            <a:ext cx="705899" cy="705899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7B4B7B9-60A7-CD3C-68EB-40711752AF00}"/>
              </a:ext>
            </a:extLst>
          </p:cNvPr>
          <p:cNvSpPr txBox="1"/>
          <p:nvPr/>
        </p:nvSpPr>
        <p:spPr>
          <a:xfrm>
            <a:off x="1233011" y="3102228"/>
            <a:ext cx="283464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</a:rPr>
              <a:t>Navigate to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6993">
                    <a:schemeClr val="tx1"/>
                  </a:gs>
                  <a:gs pos="20280">
                    <a:schemeClr val="tx1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2" name="Telco next steps">
            <a:extLst>
              <a:ext uri="{FF2B5EF4-FFF2-40B4-BE49-F238E27FC236}">
                <a16:creationId xmlns:a16="http://schemas.microsoft.com/office/drawing/2014/main" id="{5EC67AE8-9476-1A00-C909-251229142E03}"/>
              </a:ext>
            </a:extLst>
          </p:cNvPr>
          <p:cNvSpPr txBox="1"/>
          <p:nvPr/>
        </p:nvSpPr>
        <p:spPr>
          <a:xfrm>
            <a:off x="1421319" y="3680095"/>
            <a:ext cx="2486026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 defTabSz="914400">
              <a:spcAft>
                <a:spcPts val="600"/>
              </a:spcAft>
              <a:defRPr/>
            </a:pPr>
            <a:r>
              <a:rPr lang="en-US" sz="1600" u="sng">
                <a:solidFill>
                  <a:srgbClr val="000000"/>
                </a:solidFill>
                <a:latin typeface="Segoe UI" panose="020B0502040204020203" pitchFamily="34" charset="0"/>
              </a:rPr>
              <a:t>gh.io/copilot-cli-workshop</a:t>
            </a:r>
          </a:p>
        </p:txBody>
      </p:sp>
      <p:sp>
        <p:nvSpPr>
          <p:cNvPr id="5" name="Rounded Rectangle 12">
            <a:extLst>
              <a:ext uri="{FF2B5EF4-FFF2-40B4-BE49-F238E27FC236}">
                <a16:creationId xmlns:a16="http://schemas.microsoft.com/office/drawing/2014/main" id="{A6C936DB-6D6B-06E5-E83E-CA421A759A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4444719" y="1714500"/>
            <a:ext cx="3305609" cy="3886200"/>
          </a:xfrm>
          <a:prstGeom prst="roundRect">
            <a:avLst>
              <a:gd name="adj" fmla="val 9306"/>
            </a:avLst>
          </a:prstGeom>
          <a:solidFill>
            <a:schemeClr val="tx1">
              <a:alpha val="10000"/>
            </a:schemeClr>
          </a:solidFill>
          <a:ln w="12700">
            <a:noFill/>
          </a:ln>
        </p:spPr>
        <p:txBody>
          <a:bodyPr wrap="square" lIns="91440" tIns="91440" rIns="91440" bIns="9144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sz="1600">
              <a:ln w="3175">
                <a:noFill/>
              </a:ln>
              <a:solidFill>
                <a:srgbClr val="000000"/>
              </a:solidFill>
              <a:latin typeface="+mj-lt"/>
              <a:cs typeface="Segoe Sans Display Semibold" pitchFamily="2" charset="0"/>
            </a:endParaRPr>
          </a:p>
        </p:txBody>
      </p:sp>
      <p:sp>
        <p:nvSpPr>
          <p:cNvPr id="17" name="Shape">
            <a:extLst>
              <a:ext uri="{FF2B5EF4-FFF2-40B4-BE49-F238E27FC236}">
                <a16:creationId xmlns:a16="http://schemas.microsoft.com/office/drawing/2014/main" id="{02696D7A-D31E-A092-C1D5-8D1CBDF0F83D}"/>
              </a:ext>
            </a:extLst>
          </p:cNvPr>
          <p:cNvSpPr/>
          <p:nvPr/>
        </p:nvSpPr>
        <p:spPr>
          <a:xfrm>
            <a:off x="5744574" y="2131123"/>
            <a:ext cx="705899" cy="705899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02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FBACF0E-286C-79A6-4EF5-C3CC0144674F}"/>
              </a:ext>
            </a:extLst>
          </p:cNvPr>
          <p:cNvSpPr txBox="1"/>
          <p:nvPr/>
        </p:nvSpPr>
        <p:spPr>
          <a:xfrm>
            <a:off x="4726928" y="3102228"/>
            <a:ext cx="2834640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</a:rPr>
              <a:t>Complete step 0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6993">
                    <a:schemeClr val="tx1"/>
                  </a:gs>
                  <a:gs pos="20280">
                    <a:schemeClr val="tx1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21" name="Telco next steps">
            <a:extLst>
              <a:ext uri="{FF2B5EF4-FFF2-40B4-BE49-F238E27FC236}">
                <a16:creationId xmlns:a16="http://schemas.microsoft.com/office/drawing/2014/main" id="{48F69CFC-1191-3BD2-F5AA-16C9CD5AA469}"/>
              </a:ext>
            </a:extLst>
          </p:cNvPr>
          <p:cNvSpPr txBox="1"/>
          <p:nvPr/>
        </p:nvSpPr>
        <p:spPr>
          <a:xfrm>
            <a:off x="4901236" y="3680095"/>
            <a:ext cx="2486026" cy="12157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lvl="0" algn="ctr" defTabSz="914400">
              <a:spcAft>
                <a:spcPts val="1800"/>
              </a:spcAft>
              <a:defRPr/>
            </a:pPr>
            <a:r>
              <a:rPr lang="en-US" sz="1600">
                <a:solidFill>
                  <a:srgbClr val="000000"/>
                </a:solidFill>
                <a:latin typeface="Segoe UI" panose="020B0502040204020203" pitchFamily="34" charset="0"/>
              </a:rPr>
              <a:t>Creating a new repo</a:t>
            </a:r>
            <a:br>
              <a:rPr lang="en-US" sz="1600">
                <a:solidFill>
                  <a:srgbClr val="000000"/>
                </a:solidFill>
                <a:latin typeface="Segoe UI" panose="020B0502040204020203" pitchFamily="34" charset="0"/>
              </a:rPr>
            </a:br>
            <a:r>
              <a:rPr lang="en-US" sz="1600">
                <a:solidFill>
                  <a:srgbClr val="000000"/>
                </a:solidFill>
                <a:latin typeface="Segoe UI" panose="020B0502040204020203" pitchFamily="34" charset="0"/>
              </a:rPr>
              <a:t>from the template</a:t>
            </a:r>
          </a:p>
          <a:p>
            <a:pPr lvl="0" algn="ctr" defTabSz="914400">
              <a:spcAft>
                <a:spcPts val="1800"/>
              </a:spcAft>
              <a:defRPr/>
            </a:pPr>
            <a:r>
              <a:rPr lang="en-US" sz="1600">
                <a:solidFill>
                  <a:srgbClr val="000000"/>
                </a:solidFill>
                <a:latin typeface="Segoe UI" panose="020B0502040204020203" pitchFamily="34" charset="0"/>
              </a:rPr>
              <a:t>Starting the </a:t>
            </a:r>
            <a:r>
              <a:rPr lang="en-US" sz="1600" err="1">
                <a:solidFill>
                  <a:srgbClr val="000000"/>
                </a:solidFill>
                <a:latin typeface="Segoe UI" panose="020B0502040204020203" pitchFamily="34" charset="0"/>
              </a:rPr>
              <a:t>codespace</a:t>
            </a:r>
            <a:r>
              <a:rPr lang="en-US" sz="1600">
                <a:solidFill>
                  <a:srgbClr val="000000"/>
                </a:solidFill>
                <a:latin typeface="Segoe UI" panose="020B0502040204020203" pitchFamily="34" charset="0"/>
              </a:rPr>
              <a:t> you'll use for the workshop</a:t>
            </a:r>
            <a:endParaRPr kumimoji="0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</a:endParaRPr>
          </a:p>
        </p:txBody>
      </p:sp>
      <p:sp>
        <p:nvSpPr>
          <p:cNvPr id="6" name="Rounded Rectangle 13">
            <a:extLst>
              <a:ext uri="{FF2B5EF4-FFF2-40B4-BE49-F238E27FC236}">
                <a16:creationId xmlns:a16="http://schemas.microsoft.com/office/drawing/2014/main" id="{7EE79280-8F73-13B1-6F91-194644CB40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7909369" y="1714500"/>
            <a:ext cx="3305609" cy="3886200"/>
          </a:xfrm>
          <a:prstGeom prst="roundRect">
            <a:avLst>
              <a:gd name="adj" fmla="val 9306"/>
            </a:avLst>
          </a:prstGeom>
          <a:solidFill>
            <a:schemeClr val="tx1">
              <a:alpha val="10000"/>
            </a:schemeClr>
          </a:solidFill>
          <a:ln w="12700">
            <a:noFill/>
          </a:ln>
        </p:spPr>
        <p:txBody>
          <a:bodyPr wrap="square" lIns="91440" tIns="91440" rIns="91440" bIns="9144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sz="1600">
              <a:ln w="3175">
                <a:noFill/>
              </a:ln>
              <a:solidFill>
                <a:srgbClr val="000000"/>
              </a:solidFill>
              <a:latin typeface="+mj-lt"/>
              <a:cs typeface="Segoe Sans Display Semibold" pitchFamily="2" charset="0"/>
            </a:endParaRPr>
          </a:p>
        </p:txBody>
      </p:sp>
      <p:sp>
        <p:nvSpPr>
          <p:cNvPr id="18" name="Shape">
            <a:extLst>
              <a:ext uri="{FF2B5EF4-FFF2-40B4-BE49-F238E27FC236}">
                <a16:creationId xmlns:a16="http://schemas.microsoft.com/office/drawing/2014/main" id="{DF3FE3C9-95A3-4993-0B51-E6F821FF46F0}"/>
              </a:ext>
            </a:extLst>
          </p:cNvPr>
          <p:cNvSpPr/>
          <p:nvPr/>
        </p:nvSpPr>
        <p:spPr>
          <a:xfrm>
            <a:off x="9209225" y="2131123"/>
            <a:ext cx="705899" cy="705899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03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75A06B5-541E-1350-7B57-1B69795D06D9}"/>
              </a:ext>
            </a:extLst>
          </p:cNvPr>
          <p:cNvSpPr txBox="1"/>
          <p:nvPr/>
        </p:nvSpPr>
        <p:spPr>
          <a:xfrm>
            <a:off x="8462525" y="3102228"/>
            <a:ext cx="2199296" cy="1107996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>
              <a:defRPr/>
            </a:pPr>
            <a:r>
              <a:rPr lang="en-US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</a:rPr>
              <a:t>Authenticating and starting the website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gradFill>
                <a:gsLst>
                  <a:gs pos="6993">
                    <a:schemeClr val="tx1"/>
                  </a:gs>
                  <a:gs pos="20280">
                    <a:schemeClr val="tx1"/>
                  </a:gs>
                </a:gsLst>
                <a:lin ang="0" scaled="0"/>
              </a:gra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05933225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4.16667E-7 1.85185E-6 L 4.16667E-7 0.03541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4" dur="7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3.75E-6 -1.48148E-6 L 3.75E-6 0.03542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4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9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64" dur="7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4" grpId="1"/>
      <p:bldP spid="3" grpId="0" animBg="1"/>
      <p:bldP spid="3" grpId="1" animBg="1"/>
      <p:bldP spid="16" grpId="0" animBg="1"/>
      <p:bldP spid="16" grpId="1" animBg="1"/>
      <p:bldP spid="13" grpId="0"/>
      <p:bldP spid="13" grpId="1"/>
      <p:bldP spid="22" grpId="0"/>
      <p:bldP spid="22" grpId="1"/>
      <p:bldP spid="5" grpId="0" animBg="1"/>
      <p:bldP spid="5" grpId="1" animBg="1"/>
      <p:bldP spid="17" grpId="0" animBg="1"/>
      <p:bldP spid="17" grpId="1" animBg="1"/>
      <p:bldP spid="20" grpId="0"/>
      <p:bldP spid="20" grpId="1"/>
      <p:bldP spid="21" grpId="0"/>
      <p:bldP spid="21" grpId="1"/>
      <p:bldP spid="6" grpId="0" animBg="1"/>
      <p:bldP spid="6" grpId="1" animBg="1"/>
      <p:bldP spid="18" grpId="0" animBg="1"/>
      <p:bldP spid="18" grpId="1" animBg="1"/>
      <p:bldP spid="23" grpId="0"/>
      <p:bldP spid="23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BA5850-A1FA-1213-C500-06D1D0CA5F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28922BA0-AEE4-6264-9B23-B75AAA5636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7300081" y="-2432117"/>
            <a:ext cx="12894459" cy="11722235"/>
          </a:xfrm>
          <a:prstGeom prst="ellipse">
            <a:avLst/>
          </a:prstGeom>
          <a:gradFill flip="none" rotWithShape="1">
            <a:gsLst>
              <a:gs pos="15000">
                <a:srgbClr val="E7F3EF"/>
              </a:gs>
              <a:gs pos="87000">
                <a:srgbClr val="E1F2FA"/>
              </a:gs>
            </a:gsLst>
            <a:lin ang="0" scaled="0"/>
            <a:tileRect/>
          </a:gradFill>
          <a:ln>
            <a:noFill/>
            <a:headEnd type="none" w="med" len="med"/>
            <a:tailEnd type="none" w="med" len="med"/>
          </a:ln>
          <a:effectLst>
            <a:softEdge rad="12700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4000" b="0" i="0" u="none" strike="noStrike" kern="1200" cap="none" spc="0" normalizeH="0" baseline="0" noProof="0">
              <a:ln>
                <a:noFill/>
              </a:ln>
              <a:solidFill>
                <a:srgbClr val="EE0000"/>
              </a:solidFill>
              <a:effectLst/>
              <a:uLnTx/>
              <a:uFillTx/>
              <a:latin typeface="Segoe UI"/>
              <a:ea typeface="+mn-ea"/>
              <a:cs typeface="Segoe UI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91341C47-34BF-ED31-A89F-BD299D6DCB0F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1854889" y="3152001"/>
            <a:ext cx="2160104" cy="553998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lvl1pPr algn="l" defTabSz="932742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en-US" sz="3600" b="0" kern="1200" cap="none" spc="-50" baseline="0" dirty="0" smtClean="0">
                <a:ln w="3175">
                  <a:noFill/>
                </a:ln>
                <a:solidFill>
                  <a:schemeClr val="tx1"/>
                </a:solidFill>
                <a:effectLst/>
                <a:latin typeface="+mj-lt"/>
                <a:ea typeface="+mn-ea"/>
                <a:cs typeface="Segoe UI" pitchFamily="34" charset="0"/>
              </a:defRPr>
            </a:lvl1pPr>
          </a:lstStyle>
          <a:p>
            <a:pPr marL="0" marR="0" lvl="0" indent="0" algn="l" defTabSz="932742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CA" sz="3600" b="0" i="0" u="none" strike="noStrike" kern="1200" cap="none" spc="-50" normalizeH="0" baseline="0" noProof="0">
                <a:ln w="3175"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Segoe UI" pitchFamily="34" charset="0"/>
              </a:rPr>
              <a:t>Agenda</a:t>
            </a: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F33EA6AC-B256-8F0E-8160-CAB3ECC9160A}"/>
              </a:ext>
            </a:extLst>
          </p:cNvPr>
          <p:cNvSpPr txBox="1">
            <a:spLocks/>
          </p:cNvSpPr>
          <p:nvPr/>
        </p:nvSpPr>
        <p:spPr>
          <a:xfrm>
            <a:off x="5450229" y="1512561"/>
            <a:ext cx="5699980" cy="3736013"/>
          </a:xfrm>
          <a:prstGeom prst="rect">
            <a:avLst/>
          </a:prstGeom>
        </p:spPr>
        <p:txBody>
          <a:bodyPr anchor="ctr"/>
          <a:lstStyle>
            <a:lvl1pPr marL="2286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kern="1200" spc="0" baseline="0">
                <a:solidFill>
                  <a:schemeClr val="tx1"/>
                </a:solidFill>
                <a:latin typeface="+mn-lt"/>
                <a:ea typeface="+mn-ea"/>
                <a:cs typeface="Segoe UI" panose="020B0502040204020203" pitchFamily="34" charset="0"/>
              </a:defRPr>
            </a:lvl1pPr>
            <a:lvl2pPr marL="457200" marR="0" indent="-228600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57225" marR="0" indent="-20002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842963" marR="0" indent="-1809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023938" marR="0" indent="-168275" algn="l" defTabSz="932742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65040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3031412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97783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964155" indent="-233186" algn="l" defTabSz="932742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>
              <a:spcAft>
                <a:spcPts val="1800"/>
              </a:spcAft>
              <a:buNone/>
            </a:pPr>
            <a:r>
              <a:rPr lang="en-US">
                <a:solidFill>
                  <a:srgbClr val="000000"/>
                </a:solidFill>
                <a:latin typeface="Segoe UI Semibold"/>
              </a:rPr>
              <a:t>A quick history lesson</a:t>
            </a:r>
          </a:p>
          <a:p>
            <a:pPr marL="0" lvl="0" indent="0">
              <a:spcAft>
                <a:spcPts val="1800"/>
              </a:spcAft>
              <a:buNone/>
            </a:pPr>
            <a:r>
              <a:rPr lang="en-US">
                <a:solidFill>
                  <a:srgbClr val="000000"/>
                </a:solidFill>
                <a:latin typeface="Segoe UI Semibold"/>
              </a:rPr>
              <a:t>The importance of context</a:t>
            </a:r>
          </a:p>
          <a:p>
            <a:pPr marL="0" lvl="0" indent="0">
              <a:spcAft>
                <a:spcPts val="1800"/>
              </a:spcAft>
              <a:buNone/>
            </a:pPr>
            <a:r>
              <a:rPr lang="en-US">
                <a:solidFill>
                  <a:srgbClr val="000000"/>
                </a:solidFill>
                <a:latin typeface="Segoe UI Semibold"/>
              </a:rPr>
              <a:t>Using GitHub Copilot CLI</a:t>
            </a:r>
          </a:p>
          <a:p>
            <a:pPr marL="0" lvl="0" indent="0">
              <a:spcAft>
                <a:spcPts val="1800"/>
              </a:spcAft>
              <a:buNone/>
            </a:pPr>
            <a:r>
              <a:rPr lang="en-US" err="1">
                <a:solidFill>
                  <a:srgbClr val="000000"/>
                </a:solidFill>
                <a:latin typeface="Segoe UI Semibold"/>
              </a:rPr>
              <a:t>Caldova's</a:t>
            </a:r>
            <a:r>
              <a:rPr lang="en-US">
                <a:solidFill>
                  <a:srgbClr val="000000"/>
                </a:solidFill>
                <a:latin typeface="Segoe UI Semibold"/>
              </a:rPr>
              <a:t> careers site</a:t>
            </a:r>
          </a:p>
        </p:txBody>
      </p:sp>
    </p:spTree>
    <p:extLst>
      <p:ext uri="{BB962C8B-B14F-4D97-AF65-F5344CB8AC3E}">
        <p14:creationId xmlns:p14="http://schemas.microsoft.com/office/powerpoint/2010/main" val="237854776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4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C0299E9B-F963-9364-F2D4-08F5A31255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2337" y="-946404"/>
            <a:ext cx="11647326" cy="8750808"/>
          </a:xfrm>
          <a:prstGeom prst="ellipse">
            <a:avLst/>
          </a:prstGeom>
          <a:gradFill flip="none" rotWithShape="1">
            <a:gsLst>
              <a:gs pos="15000">
                <a:srgbClr val="E7F3EF"/>
              </a:gs>
              <a:gs pos="87000">
                <a:srgbClr val="E1F2FA"/>
              </a:gs>
            </a:gsLst>
            <a:lin ang="0" scaled="0"/>
            <a:tileRect/>
          </a:gradFill>
          <a:ln>
            <a:noFill/>
            <a:headEnd type="none" w="med" len="med"/>
            <a:tailEnd type="none" w="med" len="med"/>
          </a:ln>
          <a:effectLst>
            <a:softEdge rad="12700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4000" err="1">
              <a:solidFill>
                <a:srgbClr val="EE0000"/>
              </a:solidFill>
              <a:latin typeface="Segoe UI"/>
              <a:cs typeface="Segoe UI" pitchFamily="34" charset="0"/>
            </a:endParaRPr>
          </a:p>
        </p:txBody>
      </p:sp>
      <p:grpSp>
        <p:nvGrpSpPr>
          <p:cNvPr id="15" name="Big-copilot">
            <a:extLst>
              <a:ext uri="{FF2B5EF4-FFF2-40B4-BE49-F238E27FC236}">
                <a16:creationId xmlns:a16="http://schemas.microsoft.com/office/drawing/2014/main" id="{94E5100B-27CB-10E5-89E8-C008990A99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8900000">
            <a:off x="3590314" y="2377078"/>
            <a:ext cx="3425818" cy="1293855"/>
            <a:chOff x="3500481" y="1700829"/>
            <a:chExt cx="3425818" cy="129385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894A7264-7A5C-DC5C-5D53-3F65C998C11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5632444" y="1700829"/>
              <a:ext cx="1293855" cy="1293855"/>
            </a:xfrm>
            <a:prstGeom prst="rect">
              <a:avLst/>
            </a:prstGeom>
          </p:spPr>
        </p:pic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30BC3732-884D-355F-23AA-B81DA1FC9970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592726" y="2306608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B890864-63F0-8538-04DB-F8305BD0C39B}"/>
                </a:ext>
              </a:extLst>
            </p:cNvPr>
            <p:cNvSpPr/>
            <p:nvPr/>
          </p:nvSpPr>
          <p:spPr>
            <a:xfrm>
              <a:off x="3500481" y="2338612"/>
              <a:ext cx="2133600" cy="18288"/>
            </a:xfrm>
            <a:prstGeom prst="rect">
              <a:avLst/>
            </a:prstGeom>
            <a:gradFill>
              <a:gsLst>
                <a:gs pos="53000">
                  <a:schemeClr val="bg1">
                    <a:alpha val="0"/>
                  </a:schemeClr>
                </a:gs>
                <a:gs pos="100000">
                  <a:schemeClr val="tx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6" name="med-copilot">
            <a:extLst>
              <a:ext uri="{FF2B5EF4-FFF2-40B4-BE49-F238E27FC236}">
                <a16:creationId xmlns:a16="http://schemas.microsoft.com/office/drawing/2014/main" id="{5C36853B-2846-BF4F-E416-FA8E4C05F5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8900000">
            <a:off x="3602022" y="3115004"/>
            <a:ext cx="3223476" cy="1069302"/>
            <a:chOff x="2191227" y="2088757"/>
            <a:chExt cx="3223476" cy="1069302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FD282901-1BFE-BF07-22E1-743EC6EE8A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345401" y="2088757"/>
              <a:ext cx="1069302" cy="1069302"/>
            </a:xfrm>
            <a:prstGeom prst="rect">
              <a:avLst/>
            </a:prstGeom>
            <a:effectLst>
              <a:outerShdw blurRad="254000" dist="38100" algn="l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D1E4FB62-D1C9-F8C9-05CB-00E77FC4B8F3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4304253" y="2582260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526F6FE4-9D50-B6D0-2FDE-B6EC36CFEAFA}"/>
                </a:ext>
              </a:extLst>
            </p:cNvPr>
            <p:cNvSpPr/>
            <p:nvPr/>
          </p:nvSpPr>
          <p:spPr>
            <a:xfrm>
              <a:off x="2191227" y="2614264"/>
              <a:ext cx="2133600" cy="18288"/>
            </a:xfrm>
            <a:prstGeom prst="rect">
              <a:avLst/>
            </a:prstGeom>
            <a:gradFill>
              <a:gsLst>
                <a:gs pos="51000">
                  <a:schemeClr val="bg1">
                    <a:alpha val="0"/>
                  </a:schemeClr>
                </a:gs>
                <a:gs pos="100000">
                  <a:schemeClr val="tx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small-copilot">
            <a:extLst>
              <a:ext uri="{FF2B5EF4-FFF2-40B4-BE49-F238E27FC236}">
                <a16:creationId xmlns:a16="http://schemas.microsoft.com/office/drawing/2014/main" id="{80DC74FA-7439-89A6-A321-F9E9438772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 rot="18900000">
            <a:off x="4476239" y="3000726"/>
            <a:ext cx="3008237" cy="883721"/>
            <a:chOff x="3902263" y="2420687"/>
            <a:chExt cx="3008237" cy="883721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CD69F05E-30F8-EF12-9415-36B04F3333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26779" y="2420687"/>
              <a:ext cx="883721" cy="883721"/>
            </a:xfrm>
            <a:prstGeom prst="rect">
              <a:avLst/>
            </a:prstGeom>
            <a:effectLst>
              <a:outerShdw blurRad="254000" dist="38100" dir="13500000" algn="br" rotWithShape="0">
                <a:prstClr val="black">
                  <a:alpha val="40000"/>
                </a:prstClr>
              </a:outerShdw>
            </a:effectLst>
          </p:spPr>
        </p:pic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75F8207D-1452-B812-C465-3AF0039489A4}"/>
                </a:ext>
              </a:extLst>
            </p:cNvPr>
            <p:cNvSpPr>
              <a:spLocks noChangeAspect="1"/>
            </p:cNvSpPr>
            <p:nvPr/>
          </p:nvSpPr>
          <p:spPr>
            <a:xfrm>
              <a:off x="5985631" y="2821399"/>
              <a:ext cx="82296" cy="82296"/>
            </a:xfrm>
            <a:prstGeom prst="ellipse">
              <a:avLst/>
            </a:prstGeom>
            <a:solidFill>
              <a:schemeClr val="tx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BD52A37-51F7-69C1-59B2-41A237A23B3A}"/>
                </a:ext>
              </a:extLst>
            </p:cNvPr>
            <p:cNvSpPr/>
            <p:nvPr/>
          </p:nvSpPr>
          <p:spPr>
            <a:xfrm>
              <a:off x="3902263" y="2853403"/>
              <a:ext cx="2133600" cy="18288"/>
            </a:xfrm>
            <a:prstGeom prst="rect">
              <a:avLst/>
            </a:prstGeom>
            <a:gradFill>
              <a:gsLst>
                <a:gs pos="54000">
                  <a:schemeClr val="bg1">
                    <a:alpha val="0"/>
                  </a:schemeClr>
                </a:gs>
                <a:gs pos="100000">
                  <a:schemeClr val="tx1"/>
                </a:gs>
              </a:gsLst>
              <a:lin ang="0" scaled="0"/>
            </a:gra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9" name="Title 8">
            <a:extLst>
              <a:ext uri="{FF2B5EF4-FFF2-40B4-BE49-F238E27FC236}">
                <a16:creationId xmlns:a16="http://schemas.microsoft.com/office/drawing/2014/main" id="{899C1E17-2119-05E5-03AD-907064059996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1004888" y="3629025"/>
            <a:ext cx="10182225" cy="739775"/>
          </a:xfrm>
          <a:prstGeom prst="rect">
            <a:avLst/>
          </a:prstGeom>
        </p:spPr>
        <p:txBody>
          <a:bodyPr anchor="ctr"/>
          <a:lstStyle/>
          <a:p>
            <a:pPr algn="ctr">
              <a:tabLst>
                <a:tab pos="7480300" algn="l"/>
              </a:tabLst>
            </a:pPr>
            <a:r>
              <a:rPr lang="en-US" sz="4800"/>
              <a:t>The evolution of </a:t>
            </a:r>
            <a:r>
              <a:rPr lang="en-US" sz="4800" b="1">
                <a:gradFill flip="none" rotWithShape="1">
                  <a:gsLst>
                    <a:gs pos="0">
                      <a:srgbClr val="175B9C"/>
                    </a:gs>
                    <a:gs pos="100000">
                      <a:srgbClr val="87ADA2"/>
                    </a:gs>
                    <a:gs pos="50000">
                      <a:srgbClr val="0078D4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atin typeface="Segoe UI Semibold" panose="020B0502040204020203" pitchFamily="34" charset="0"/>
              </a:rPr>
              <a:t>GitHub Copilot</a:t>
            </a:r>
            <a:endParaRPr lang="en-US" sz="7200" b="1">
              <a:gradFill flip="none" rotWithShape="1">
                <a:gsLst>
                  <a:gs pos="0">
                    <a:srgbClr val="175B9C"/>
                  </a:gs>
                  <a:gs pos="100000">
                    <a:srgbClr val="87ADA2"/>
                  </a:gs>
                  <a:gs pos="50000">
                    <a:srgbClr val="0078D4"/>
                  </a:gs>
                </a:gsLst>
                <a:path path="circle">
                  <a:fillToRect t="100000" r="100000"/>
                </a:path>
                <a:tileRect l="-100000" b="-100000"/>
              </a:gradFill>
              <a:latin typeface="Segoe UI Semibold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02088544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-0.05579 L 0 -1.85185E-6 " pathEditMode="relative" rAng="0" ptsTypes="AA">
                                      <p:cBhvr>
                                        <p:cTn id="9" dur="1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2778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329 0.02361 L 1.45833E-6 -2.96296E-6 " pathEditMode="relative" rAng="0" ptsTypes="AA">
                                      <p:cBhvr>
                                        <p:cTn id="14" dur="1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742" y="-131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3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28 0.01666 L 5E-6 -1.48148E-6 " pathEditMode="relative" rAng="0" ptsTypes="AA">
                                      <p:cBhvr>
                                        <p:cTn id="19" dur="1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" y="-880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4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0.0108 0.02153 L -4.79167E-6 -1.85185E-6 " pathEditMode="relative" rAng="0" ptsTypes="AA">
                                      <p:cBhvr>
                                        <p:cTn id="24" dur="1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34" y="-1088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2" presetClass="entr" presetSubtype="1" decel="10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9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B6739C-14D0-DDD5-BF9D-572A834FF3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EAAE11C0-C9B2-3046-1F7C-B1A63B31B7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2245" y="3210147"/>
            <a:ext cx="506750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B0D8C03-3C29-4E1D-C2D5-BDF423D75F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2245" y="4102601"/>
            <a:ext cx="506750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DFD7D214-CCF7-8AF0-DF65-BBE4B203D7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2245" y="4995056"/>
            <a:ext cx="506750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grpSp>
        <p:nvGrpSpPr>
          <p:cNvPr id="35" name="Google Shape;1674;p69" descr="GitHub Copilot / Code generation 1">
            <a:extLst>
              <a:ext uri="{FF2B5EF4-FFF2-40B4-BE49-F238E27FC236}">
                <a16:creationId xmlns:a16="http://schemas.microsoft.com/office/drawing/2014/main" id="{F2F0861D-CC55-C03A-53D3-D664C4EFE702}"/>
              </a:ext>
            </a:extLst>
          </p:cNvPr>
          <p:cNvGrpSpPr>
            <a:grpSpLocks noChangeAspect="1"/>
          </p:cNvGrpSpPr>
          <p:nvPr/>
        </p:nvGrpSpPr>
        <p:grpSpPr>
          <a:xfrm>
            <a:off x="2663200" y="550402"/>
            <a:ext cx="3346206" cy="424743"/>
            <a:chOff x="239425" y="2405825"/>
            <a:chExt cx="7135225" cy="901500"/>
          </a:xfrm>
          <a:solidFill>
            <a:schemeClr val="tx1"/>
          </a:solidFill>
        </p:grpSpPr>
        <p:sp>
          <p:nvSpPr>
            <p:cNvPr id="37" name="Google Shape;1675;p69">
              <a:extLst>
                <a:ext uri="{FF2B5EF4-FFF2-40B4-BE49-F238E27FC236}">
                  <a16:creationId xmlns:a16="http://schemas.microsoft.com/office/drawing/2014/main" id="{92E2CB5A-4FD2-C24D-922C-69FC40C8954A}"/>
                </a:ext>
              </a:extLst>
            </p:cNvPr>
            <p:cNvSpPr/>
            <p:nvPr/>
          </p:nvSpPr>
          <p:spPr>
            <a:xfrm>
              <a:off x="603500" y="2903275"/>
              <a:ext cx="72850" cy="161250"/>
            </a:xfrm>
            <a:custGeom>
              <a:avLst/>
              <a:gdLst/>
              <a:ahLst/>
              <a:cxnLst/>
              <a:rect l="l" t="t" r="r" b="b"/>
              <a:pathLst>
                <a:path w="2914" h="6450" extrusionOk="0">
                  <a:moveTo>
                    <a:pt x="1457" y="1"/>
                  </a:moveTo>
                  <a:cubicBezTo>
                    <a:pt x="647" y="1"/>
                    <a:pt x="1" y="654"/>
                    <a:pt x="1" y="1457"/>
                  </a:cubicBezTo>
                  <a:lnTo>
                    <a:pt x="1" y="4994"/>
                  </a:lnTo>
                  <a:cubicBezTo>
                    <a:pt x="1" y="5796"/>
                    <a:pt x="647" y="6450"/>
                    <a:pt x="1457" y="6450"/>
                  </a:cubicBezTo>
                  <a:cubicBezTo>
                    <a:pt x="2259" y="6450"/>
                    <a:pt x="2913" y="5796"/>
                    <a:pt x="2913" y="4994"/>
                  </a:cubicBezTo>
                  <a:lnTo>
                    <a:pt x="2913" y="1457"/>
                  </a:lnTo>
                  <a:cubicBezTo>
                    <a:pt x="2913" y="654"/>
                    <a:pt x="2259" y="1"/>
                    <a:pt x="14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38" name="Google Shape;1676;p69">
              <a:extLst>
                <a:ext uri="{FF2B5EF4-FFF2-40B4-BE49-F238E27FC236}">
                  <a16:creationId xmlns:a16="http://schemas.microsoft.com/office/drawing/2014/main" id="{56BE829F-5BF1-DDA7-40F9-F04136C4DC85}"/>
                </a:ext>
              </a:extLst>
            </p:cNvPr>
            <p:cNvSpPr/>
            <p:nvPr/>
          </p:nvSpPr>
          <p:spPr>
            <a:xfrm>
              <a:off x="800975" y="2903275"/>
              <a:ext cx="72825" cy="161250"/>
            </a:xfrm>
            <a:custGeom>
              <a:avLst/>
              <a:gdLst/>
              <a:ahLst/>
              <a:cxnLst/>
              <a:rect l="l" t="t" r="r" b="b"/>
              <a:pathLst>
                <a:path w="2913" h="6450" extrusionOk="0">
                  <a:moveTo>
                    <a:pt x="1456" y="1"/>
                  </a:moveTo>
                  <a:cubicBezTo>
                    <a:pt x="654" y="1"/>
                    <a:pt x="0" y="654"/>
                    <a:pt x="0" y="1457"/>
                  </a:cubicBezTo>
                  <a:lnTo>
                    <a:pt x="0" y="4994"/>
                  </a:lnTo>
                  <a:cubicBezTo>
                    <a:pt x="0" y="5796"/>
                    <a:pt x="654" y="6450"/>
                    <a:pt x="1456" y="6450"/>
                  </a:cubicBezTo>
                  <a:cubicBezTo>
                    <a:pt x="2259" y="6450"/>
                    <a:pt x="2913" y="5796"/>
                    <a:pt x="2913" y="4994"/>
                  </a:cubicBezTo>
                  <a:lnTo>
                    <a:pt x="2913" y="1457"/>
                  </a:lnTo>
                  <a:cubicBezTo>
                    <a:pt x="2913" y="654"/>
                    <a:pt x="2259" y="1"/>
                    <a:pt x="14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39" name="Google Shape;1677;p69">
              <a:extLst>
                <a:ext uri="{FF2B5EF4-FFF2-40B4-BE49-F238E27FC236}">
                  <a16:creationId xmlns:a16="http://schemas.microsoft.com/office/drawing/2014/main" id="{FA3C57EE-F81D-6A6B-ED49-4CF52595A63E}"/>
                </a:ext>
              </a:extLst>
            </p:cNvPr>
            <p:cNvSpPr/>
            <p:nvPr/>
          </p:nvSpPr>
          <p:spPr>
            <a:xfrm>
              <a:off x="239425" y="2405825"/>
              <a:ext cx="998275" cy="833325"/>
            </a:xfrm>
            <a:custGeom>
              <a:avLst/>
              <a:gdLst/>
              <a:ahLst/>
              <a:cxnLst/>
              <a:rect l="l" t="t" r="r" b="b"/>
              <a:pathLst>
                <a:path w="39931" h="33333" extrusionOk="0">
                  <a:moveTo>
                    <a:pt x="39797" y="24973"/>
                  </a:moveTo>
                  <a:cubicBezTo>
                    <a:pt x="38363" y="27463"/>
                    <a:pt x="30048" y="33332"/>
                    <a:pt x="19965" y="33332"/>
                  </a:cubicBezTo>
                  <a:cubicBezTo>
                    <a:pt x="9882" y="33332"/>
                    <a:pt x="1575" y="27463"/>
                    <a:pt x="141" y="24973"/>
                  </a:cubicBezTo>
                  <a:cubicBezTo>
                    <a:pt x="37" y="24795"/>
                    <a:pt x="0" y="24587"/>
                    <a:pt x="0" y="24379"/>
                  </a:cubicBezTo>
                  <a:lnTo>
                    <a:pt x="0" y="19951"/>
                  </a:lnTo>
                  <a:cubicBezTo>
                    <a:pt x="0" y="19765"/>
                    <a:pt x="30" y="19586"/>
                    <a:pt x="97" y="19416"/>
                  </a:cubicBezTo>
                  <a:cubicBezTo>
                    <a:pt x="721" y="17863"/>
                    <a:pt x="2341" y="15604"/>
                    <a:pt x="4429" y="14995"/>
                  </a:cubicBezTo>
                  <a:cubicBezTo>
                    <a:pt x="4711" y="14281"/>
                    <a:pt x="5120" y="13241"/>
                    <a:pt x="5506" y="12476"/>
                  </a:cubicBezTo>
                  <a:cubicBezTo>
                    <a:pt x="5439" y="11889"/>
                    <a:pt x="5417" y="11280"/>
                    <a:pt x="5417" y="10670"/>
                  </a:cubicBezTo>
                  <a:cubicBezTo>
                    <a:pt x="5417" y="8456"/>
                    <a:pt x="5885" y="6509"/>
                    <a:pt x="7297" y="5068"/>
                  </a:cubicBezTo>
                  <a:cubicBezTo>
                    <a:pt x="7958" y="4392"/>
                    <a:pt x="8775" y="3872"/>
                    <a:pt x="9749" y="3485"/>
                  </a:cubicBezTo>
                  <a:cubicBezTo>
                    <a:pt x="12074" y="1591"/>
                    <a:pt x="15388" y="0"/>
                    <a:pt x="19928" y="0"/>
                  </a:cubicBezTo>
                  <a:cubicBezTo>
                    <a:pt x="24476" y="0"/>
                    <a:pt x="27856" y="1591"/>
                    <a:pt x="30182" y="3485"/>
                  </a:cubicBezTo>
                  <a:cubicBezTo>
                    <a:pt x="31156" y="3872"/>
                    <a:pt x="31973" y="4392"/>
                    <a:pt x="32634" y="5068"/>
                  </a:cubicBezTo>
                  <a:cubicBezTo>
                    <a:pt x="34053" y="6509"/>
                    <a:pt x="34522" y="8456"/>
                    <a:pt x="34522" y="10670"/>
                  </a:cubicBezTo>
                  <a:cubicBezTo>
                    <a:pt x="34522" y="11280"/>
                    <a:pt x="34499" y="11889"/>
                    <a:pt x="34432" y="12476"/>
                  </a:cubicBezTo>
                  <a:cubicBezTo>
                    <a:pt x="34819" y="13241"/>
                    <a:pt x="35227" y="14281"/>
                    <a:pt x="35502" y="14995"/>
                  </a:cubicBezTo>
                  <a:cubicBezTo>
                    <a:pt x="37598" y="15604"/>
                    <a:pt x="39218" y="17863"/>
                    <a:pt x="39834" y="19416"/>
                  </a:cubicBezTo>
                  <a:cubicBezTo>
                    <a:pt x="39901" y="19586"/>
                    <a:pt x="39931" y="19765"/>
                    <a:pt x="39931" y="19951"/>
                  </a:cubicBezTo>
                  <a:lnTo>
                    <a:pt x="39931" y="24379"/>
                  </a:lnTo>
                  <a:cubicBezTo>
                    <a:pt x="39931" y="24587"/>
                    <a:pt x="39901" y="24795"/>
                    <a:pt x="39797" y="24973"/>
                  </a:cubicBezTo>
                  <a:close/>
                  <a:moveTo>
                    <a:pt x="21318" y="10128"/>
                  </a:moveTo>
                  <a:cubicBezTo>
                    <a:pt x="21251" y="9578"/>
                    <a:pt x="21214" y="9088"/>
                    <a:pt x="21214" y="8642"/>
                  </a:cubicBezTo>
                  <a:lnTo>
                    <a:pt x="21214" y="8612"/>
                  </a:lnTo>
                  <a:cubicBezTo>
                    <a:pt x="21214" y="7334"/>
                    <a:pt x="21496" y="6494"/>
                    <a:pt x="21942" y="5989"/>
                  </a:cubicBezTo>
                  <a:cubicBezTo>
                    <a:pt x="22514" y="5335"/>
                    <a:pt x="23681" y="4838"/>
                    <a:pt x="26155" y="5105"/>
                  </a:cubicBezTo>
                  <a:cubicBezTo>
                    <a:pt x="28659" y="5380"/>
                    <a:pt x="30056" y="5997"/>
                    <a:pt x="30851" y="6814"/>
                  </a:cubicBezTo>
                  <a:cubicBezTo>
                    <a:pt x="31624" y="7594"/>
                    <a:pt x="32025" y="8776"/>
                    <a:pt x="32025" y="10670"/>
                  </a:cubicBezTo>
                  <a:cubicBezTo>
                    <a:pt x="32025" y="12684"/>
                    <a:pt x="31735" y="13873"/>
                    <a:pt x="31096" y="14593"/>
                  </a:cubicBezTo>
                  <a:cubicBezTo>
                    <a:pt x="30487" y="15284"/>
                    <a:pt x="29291" y="15842"/>
                    <a:pt x="26675" y="15842"/>
                  </a:cubicBezTo>
                  <a:cubicBezTo>
                    <a:pt x="24669" y="15842"/>
                    <a:pt x="23517" y="15188"/>
                    <a:pt x="22782" y="14281"/>
                  </a:cubicBezTo>
                  <a:cubicBezTo>
                    <a:pt x="21986" y="13315"/>
                    <a:pt x="21548" y="11889"/>
                    <a:pt x="21318" y="10128"/>
                  </a:cubicBezTo>
                  <a:close/>
                  <a:moveTo>
                    <a:pt x="18613" y="10128"/>
                  </a:moveTo>
                  <a:cubicBezTo>
                    <a:pt x="18687" y="9578"/>
                    <a:pt x="18717" y="9088"/>
                    <a:pt x="18717" y="8642"/>
                  </a:cubicBezTo>
                  <a:lnTo>
                    <a:pt x="18717" y="8612"/>
                  </a:lnTo>
                  <a:cubicBezTo>
                    <a:pt x="18717" y="7334"/>
                    <a:pt x="18435" y="6494"/>
                    <a:pt x="17989" y="5989"/>
                  </a:cubicBezTo>
                  <a:cubicBezTo>
                    <a:pt x="17424" y="5335"/>
                    <a:pt x="16250" y="4838"/>
                    <a:pt x="13783" y="5105"/>
                  </a:cubicBezTo>
                  <a:cubicBezTo>
                    <a:pt x="11279" y="5380"/>
                    <a:pt x="9875" y="5997"/>
                    <a:pt x="9080" y="6814"/>
                  </a:cubicBezTo>
                  <a:cubicBezTo>
                    <a:pt x="8315" y="7594"/>
                    <a:pt x="7913" y="8776"/>
                    <a:pt x="7913" y="10670"/>
                  </a:cubicBezTo>
                  <a:cubicBezTo>
                    <a:pt x="7913" y="12684"/>
                    <a:pt x="8203" y="13873"/>
                    <a:pt x="8842" y="14593"/>
                  </a:cubicBezTo>
                  <a:cubicBezTo>
                    <a:pt x="9444" y="15284"/>
                    <a:pt x="10640" y="15842"/>
                    <a:pt x="13256" y="15842"/>
                  </a:cubicBezTo>
                  <a:cubicBezTo>
                    <a:pt x="15269" y="15842"/>
                    <a:pt x="16421" y="15188"/>
                    <a:pt x="17157" y="14281"/>
                  </a:cubicBezTo>
                  <a:cubicBezTo>
                    <a:pt x="17944" y="13315"/>
                    <a:pt x="18390" y="11889"/>
                    <a:pt x="18613" y="10128"/>
                  </a:cubicBezTo>
                  <a:close/>
                  <a:moveTo>
                    <a:pt x="20255" y="15009"/>
                  </a:moveTo>
                  <a:lnTo>
                    <a:pt x="20129" y="15009"/>
                  </a:lnTo>
                  <a:cubicBezTo>
                    <a:pt x="19980" y="15009"/>
                    <a:pt x="19750" y="15009"/>
                    <a:pt x="19683" y="15009"/>
                  </a:cubicBezTo>
                  <a:cubicBezTo>
                    <a:pt x="19505" y="15307"/>
                    <a:pt x="19312" y="15589"/>
                    <a:pt x="19089" y="15857"/>
                  </a:cubicBezTo>
                  <a:cubicBezTo>
                    <a:pt x="17811" y="17432"/>
                    <a:pt x="15901" y="18338"/>
                    <a:pt x="13256" y="18338"/>
                  </a:cubicBezTo>
                  <a:cubicBezTo>
                    <a:pt x="10388" y="18338"/>
                    <a:pt x="8285" y="17744"/>
                    <a:pt x="6970" y="16243"/>
                  </a:cubicBezTo>
                  <a:cubicBezTo>
                    <a:pt x="6895" y="16161"/>
                    <a:pt x="6829" y="16072"/>
                    <a:pt x="6829" y="16072"/>
                  </a:cubicBezTo>
                  <a:lnTo>
                    <a:pt x="6665" y="16243"/>
                  </a:lnTo>
                  <a:lnTo>
                    <a:pt x="6665" y="27195"/>
                  </a:lnTo>
                  <a:cubicBezTo>
                    <a:pt x="9050" y="28488"/>
                    <a:pt x="14170" y="30821"/>
                    <a:pt x="19965" y="30821"/>
                  </a:cubicBezTo>
                  <a:cubicBezTo>
                    <a:pt x="25761" y="30821"/>
                    <a:pt x="30888" y="28488"/>
                    <a:pt x="33273" y="27195"/>
                  </a:cubicBezTo>
                  <a:lnTo>
                    <a:pt x="33273" y="16243"/>
                  </a:lnTo>
                  <a:lnTo>
                    <a:pt x="33110" y="16072"/>
                  </a:lnTo>
                  <a:cubicBezTo>
                    <a:pt x="33110" y="16072"/>
                    <a:pt x="33058" y="16146"/>
                    <a:pt x="32969" y="16243"/>
                  </a:cubicBezTo>
                  <a:cubicBezTo>
                    <a:pt x="31646" y="17744"/>
                    <a:pt x="29543" y="18338"/>
                    <a:pt x="26675" y="18338"/>
                  </a:cubicBezTo>
                  <a:cubicBezTo>
                    <a:pt x="24037" y="18338"/>
                    <a:pt x="22120" y="17432"/>
                    <a:pt x="20842" y="15857"/>
                  </a:cubicBezTo>
                  <a:cubicBezTo>
                    <a:pt x="20627" y="15589"/>
                    <a:pt x="20434" y="15307"/>
                    <a:pt x="20255" y="150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4" name="Google Shape;1678;p69">
              <a:extLst>
                <a:ext uri="{FF2B5EF4-FFF2-40B4-BE49-F238E27FC236}">
                  <a16:creationId xmlns:a16="http://schemas.microsoft.com/office/drawing/2014/main" id="{0F81E0C3-CA8C-FCC5-E62E-84BFEF54BF56}"/>
                </a:ext>
              </a:extLst>
            </p:cNvPr>
            <p:cNvSpPr/>
            <p:nvPr/>
          </p:nvSpPr>
          <p:spPr>
            <a:xfrm>
              <a:off x="1456875" y="2479200"/>
              <a:ext cx="658000" cy="683600"/>
            </a:xfrm>
            <a:custGeom>
              <a:avLst/>
              <a:gdLst/>
              <a:ahLst/>
              <a:cxnLst/>
              <a:rect l="l" t="t" r="r" b="b"/>
              <a:pathLst>
                <a:path w="26320" h="27344" extrusionOk="0">
                  <a:moveTo>
                    <a:pt x="13472" y="0"/>
                  </a:moveTo>
                  <a:cubicBezTo>
                    <a:pt x="11443" y="0"/>
                    <a:pt x="9601" y="305"/>
                    <a:pt x="7944" y="922"/>
                  </a:cubicBezTo>
                  <a:cubicBezTo>
                    <a:pt x="6309" y="1531"/>
                    <a:pt x="4897" y="2415"/>
                    <a:pt x="3701" y="3589"/>
                  </a:cubicBezTo>
                  <a:cubicBezTo>
                    <a:pt x="2527" y="4763"/>
                    <a:pt x="1613" y="6190"/>
                    <a:pt x="952" y="7869"/>
                  </a:cubicBezTo>
                  <a:cubicBezTo>
                    <a:pt x="320" y="9556"/>
                    <a:pt x="1" y="11480"/>
                    <a:pt x="1" y="13657"/>
                  </a:cubicBezTo>
                  <a:cubicBezTo>
                    <a:pt x="1" y="15708"/>
                    <a:pt x="298" y="17573"/>
                    <a:pt x="877" y="19252"/>
                  </a:cubicBezTo>
                  <a:cubicBezTo>
                    <a:pt x="1487" y="20939"/>
                    <a:pt x="2356" y="22388"/>
                    <a:pt x="3478" y="23614"/>
                  </a:cubicBezTo>
                  <a:cubicBezTo>
                    <a:pt x="4622" y="24802"/>
                    <a:pt x="6019" y="25731"/>
                    <a:pt x="7654" y="26392"/>
                  </a:cubicBezTo>
                  <a:cubicBezTo>
                    <a:pt x="9289" y="27024"/>
                    <a:pt x="11139" y="27344"/>
                    <a:pt x="13212" y="27344"/>
                  </a:cubicBezTo>
                  <a:cubicBezTo>
                    <a:pt x="15188" y="27344"/>
                    <a:pt x="16987" y="27061"/>
                    <a:pt x="18592" y="26504"/>
                  </a:cubicBezTo>
                  <a:cubicBezTo>
                    <a:pt x="20204" y="25939"/>
                    <a:pt x="21586" y="25137"/>
                    <a:pt x="22730" y="24089"/>
                  </a:cubicBezTo>
                  <a:cubicBezTo>
                    <a:pt x="23875" y="23034"/>
                    <a:pt x="24759" y="21778"/>
                    <a:pt x="25368" y="20315"/>
                  </a:cubicBezTo>
                  <a:cubicBezTo>
                    <a:pt x="26000" y="18829"/>
                    <a:pt x="26319" y="17172"/>
                    <a:pt x="26319" y="15336"/>
                  </a:cubicBezTo>
                  <a:lnTo>
                    <a:pt x="26319" y="12773"/>
                  </a:lnTo>
                  <a:lnTo>
                    <a:pt x="13212" y="12773"/>
                  </a:lnTo>
                  <a:lnTo>
                    <a:pt x="13212" y="16837"/>
                  </a:lnTo>
                  <a:lnTo>
                    <a:pt x="20531" y="16837"/>
                  </a:lnTo>
                  <a:cubicBezTo>
                    <a:pt x="20434" y="17833"/>
                    <a:pt x="20152" y="18725"/>
                    <a:pt x="19691" y="19512"/>
                  </a:cubicBezTo>
                  <a:cubicBezTo>
                    <a:pt x="19104" y="20508"/>
                    <a:pt x="18265" y="21281"/>
                    <a:pt x="17165" y="21815"/>
                  </a:cubicBezTo>
                  <a:cubicBezTo>
                    <a:pt x="16095" y="22328"/>
                    <a:pt x="14809" y="22588"/>
                    <a:pt x="13323" y="22588"/>
                  </a:cubicBezTo>
                  <a:cubicBezTo>
                    <a:pt x="12179" y="22588"/>
                    <a:pt x="11139" y="22402"/>
                    <a:pt x="10210" y="22038"/>
                  </a:cubicBezTo>
                  <a:cubicBezTo>
                    <a:pt x="9311" y="21645"/>
                    <a:pt x="8531" y="21087"/>
                    <a:pt x="7869" y="20352"/>
                  </a:cubicBezTo>
                  <a:cubicBezTo>
                    <a:pt x="7216" y="19594"/>
                    <a:pt x="6710" y="18658"/>
                    <a:pt x="6369" y="17536"/>
                  </a:cubicBezTo>
                  <a:cubicBezTo>
                    <a:pt x="6027" y="16414"/>
                    <a:pt x="5856" y="15121"/>
                    <a:pt x="5856" y="13657"/>
                  </a:cubicBezTo>
                  <a:cubicBezTo>
                    <a:pt x="5856" y="11703"/>
                    <a:pt x="6160" y="10083"/>
                    <a:pt x="6770" y="8790"/>
                  </a:cubicBezTo>
                  <a:cubicBezTo>
                    <a:pt x="7409" y="7468"/>
                    <a:pt x="8300" y="6494"/>
                    <a:pt x="9445" y="5863"/>
                  </a:cubicBezTo>
                  <a:cubicBezTo>
                    <a:pt x="10589" y="5202"/>
                    <a:pt x="11934" y="4875"/>
                    <a:pt x="13472" y="4875"/>
                  </a:cubicBezTo>
                  <a:cubicBezTo>
                    <a:pt x="14616" y="4875"/>
                    <a:pt x="15642" y="5053"/>
                    <a:pt x="16548" y="5417"/>
                  </a:cubicBezTo>
                  <a:cubicBezTo>
                    <a:pt x="17447" y="5759"/>
                    <a:pt x="18190" y="6264"/>
                    <a:pt x="18777" y="6918"/>
                  </a:cubicBezTo>
                  <a:cubicBezTo>
                    <a:pt x="19387" y="7579"/>
                    <a:pt x="19788" y="8374"/>
                    <a:pt x="19988" y="9303"/>
                  </a:cubicBezTo>
                  <a:lnTo>
                    <a:pt x="25844" y="9303"/>
                  </a:lnTo>
                  <a:cubicBezTo>
                    <a:pt x="25650" y="7423"/>
                    <a:pt x="25011" y="5789"/>
                    <a:pt x="23941" y="4392"/>
                  </a:cubicBezTo>
                  <a:cubicBezTo>
                    <a:pt x="22886" y="3002"/>
                    <a:pt x="21474" y="1932"/>
                    <a:pt x="19691" y="1174"/>
                  </a:cubicBezTo>
                  <a:cubicBezTo>
                    <a:pt x="17938" y="394"/>
                    <a:pt x="15865" y="0"/>
                    <a:pt x="134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5" name="Google Shape;1679;p69">
              <a:extLst>
                <a:ext uri="{FF2B5EF4-FFF2-40B4-BE49-F238E27FC236}">
                  <a16:creationId xmlns:a16="http://schemas.microsoft.com/office/drawing/2014/main" id="{F8BFE2F4-D5D8-4BAA-8D25-09C2E21027B9}"/>
                </a:ext>
              </a:extLst>
            </p:cNvPr>
            <p:cNvSpPr/>
            <p:nvPr/>
          </p:nvSpPr>
          <p:spPr>
            <a:xfrm>
              <a:off x="2168900" y="2664025"/>
              <a:ext cx="134500" cy="490600"/>
            </a:xfrm>
            <a:custGeom>
              <a:avLst/>
              <a:gdLst/>
              <a:ahLst/>
              <a:cxnLst/>
              <a:rect l="l" t="t" r="r" b="b"/>
              <a:pathLst>
                <a:path w="5380" h="19624" extrusionOk="0">
                  <a:moveTo>
                    <a:pt x="0" y="0"/>
                  </a:moveTo>
                  <a:lnTo>
                    <a:pt x="0" y="19624"/>
                  </a:lnTo>
                  <a:lnTo>
                    <a:pt x="5380" y="19624"/>
                  </a:lnTo>
                  <a:lnTo>
                    <a:pt x="53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6" name="Google Shape;1680;p69">
              <a:extLst>
                <a:ext uri="{FF2B5EF4-FFF2-40B4-BE49-F238E27FC236}">
                  <a16:creationId xmlns:a16="http://schemas.microsoft.com/office/drawing/2014/main" id="{A6821E08-C854-03B1-F8CA-AED05D224160}"/>
                </a:ext>
              </a:extLst>
            </p:cNvPr>
            <p:cNvSpPr/>
            <p:nvPr/>
          </p:nvSpPr>
          <p:spPr>
            <a:xfrm>
              <a:off x="2168900" y="2487550"/>
              <a:ext cx="134500" cy="113525"/>
            </a:xfrm>
            <a:custGeom>
              <a:avLst/>
              <a:gdLst/>
              <a:ahLst/>
              <a:cxnLst/>
              <a:rect l="l" t="t" r="r" b="b"/>
              <a:pathLst>
                <a:path w="5380" h="4541" extrusionOk="0">
                  <a:moveTo>
                    <a:pt x="0" y="1"/>
                  </a:moveTo>
                  <a:lnTo>
                    <a:pt x="0" y="4541"/>
                  </a:lnTo>
                  <a:lnTo>
                    <a:pt x="5380" y="4541"/>
                  </a:lnTo>
                  <a:lnTo>
                    <a:pt x="53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7" name="Google Shape;1681;p69">
              <a:extLst>
                <a:ext uri="{FF2B5EF4-FFF2-40B4-BE49-F238E27FC236}">
                  <a16:creationId xmlns:a16="http://schemas.microsoft.com/office/drawing/2014/main" id="{2BE0C41D-7F7B-1C62-A755-A3F893576519}"/>
                </a:ext>
              </a:extLst>
            </p:cNvPr>
            <p:cNvSpPr/>
            <p:nvPr/>
          </p:nvSpPr>
          <p:spPr>
            <a:xfrm>
              <a:off x="2340350" y="2517650"/>
              <a:ext cx="320275" cy="636975"/>
            </a:xfrm>
            <a:custGeom>
              <a:avLst/>
              <a:gdLst/>
              <a:ahLst/>
              <a:cxnLst/>
              <a:rect l="l" t="t" r="r" b="b"/>
              <a:pathLst>
                <a:path w="12811" h="25479" extrusionOk="0">
                  <a:moveTo>
                    <a:pt x="8858" y="0"/>
                  </a:moveTo>
                  <a:lnTo>
                    <a:pt x="3515" y="513"/>
                  </a:lnTo>
                  <a:lnTo>
                    <a:pt x="3515" y="5855"/>
                  </a:lnTo>
                  <a:lnTo>
                    <a:pt x="1" y="5855"/>
                  </a:lnTo>
                  <a:lnTo>
                    <a:pt x="1" y="10180"/>
                  </a:lnTo>
                  <a:lnTo>
                    <a:pt x="3515" y="10180"/>
                  </a:lnTo>
                  <a:lnTo>
                    <a:pt x="3515" y="20679"/>
                  </a:lnTo>
                  <a:cubicBezTo>
                    <a:pt x="3515" y="21660"/>
                    <a:pt x="3649" y="22514"/>
                    <a:pt x="3916" y="23242"/>
                  </a:cubicBezTo>
                  <a:cubicBezTo>
                    <a:pt x="4206" y="23948"/>
                    <a:pt x="4719" y="24498"/>
                    <a:pt x="5454" y="24892"/>
                  </a:cubicBezTo>
                  <a:cubicBezTo>
                    <a:pt x="6183" y="25278"/>
                    <a:pt x="7208" y="25479"/>
                    <a:pt x="8531" y="25479"/>
                  </a:cubicBezTo>
                  <a:lnTo>
                    <a:pt x="12811" y="25479"/>
                  </a:lnTo>
                  <a:lnTo>
                    <a:pt x="12811" y="21117"/>
                  </a:lnTo>
                  <a:lnTo>
                    <a:pt x="10433" y="21117"/>
                  </a:lnTo>
                  <a:cubicBezTo>
                    <a:pt x="9920" y="21117"/>
                    <a:pt x="9526" y="21021"/>
                    <a:pt x="9259" y="20827"/>
                  </a:cubicBezTo>
                  <a:cubicBezTo>
                    <a:pt x="8991" y="20634"/>
                    <a:pt x="8858" y="20240"/>
                    <a:pt x="8858" y="19653"/>
                  </a:cubicBezTo>
                  <a:lnTo>
                    <a:pt x="8858" y="10180"/>
                  </a:lnTo>
                  <a:lnTo>
                    <a:pt x="12811" y="10180"/>
                  </a:lnTo>
                  <a:lnTo>
                    <a:pt x="12811" y="5855"/>
                  </a:lnTo>
                  <a:lnTo>
                    <a:pt x="8858" y="5855"/>
                  </a:lnTo>
                  <a:lnTo>
                    <a:pt x="88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2" name="Google Shape;1682;p69">
              <a:extLst>
                <a:ext uri="{FF2B5EF4-FFF2-40B4-BE49-F238E27FC236}">
                  <a16:creationId xmlns:a16="http://schemas.microsoft.com/office/drawing/2014/main" id="{23954EEA-B963-A69F-1567-6EC1ADF68343}"/>
                </a:ext>
              </a:extLst>
            </p:cNvPr>
            <p:cNvSpPr/>
            <p:nvPr/>
          </p:nvSpPr>
          <p:spPr>
            <a:xfrm>
              <a:off x="2712625" y="2487550"/>
              <a:ext cx="599275" cy="667075"/>
            </a:xfrm>
            <a:custGeom>
              <a:avLst/>
              <a:gdLst/>
              <a:ahLst/>
              <a:cxnLst/>
              <a:rect l="l" t="t" r="r" b="b"/>
              <a:pathLst>
                <a:path w="23971" h="26683" extrusionOk="0">
                  <a:moveTo>
                    <a:pt x="0" y="1"/>
                  </a:moveTo>
                  <a:lnTo>
                    <a:pt x="0" y="26683"/>
                  </a:lnTo>
                  <a:lnTo>
                    <a:pt x="5707" y="26683"/>
                  </a:lnTo>
                  <a:lnTo>
                    <a:pt x="5707" y="15589"/>
                  </a:lnTo>
                  <a:lnTo>
                    <a:pt x="18264" y="15589"/>
                  </a:lnTo>
                  <a:lnTo>
                    <a:pt x="18264" y="26683"/>
                  </a:lnTo>
                  <a:lnTo>
                    <a:pt x="23970" y="26683"/>
                  </a:lnTo>
                  <a:lnTo>
                    <a:pt x="23970" y="1"/>
                  </a:lnTo>
                  <a:lnTo>
                    <a:pt x="18264" y="1"/>
                  </a:lnTo>
                  <a:lnTo>
                    <a:pt x="18264" y="10723"/>
                  </a:lnTo>
                  <a:lnTo>
                    <a:pt x="5707" y="10723"/>
                  </a:lnTo>
                  <a:lnTo>
                    <a:pt x="57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3" name="Google Shape;1683;p69">
              <a:extLst>
                <a:ext uri="{FF2B5EF4-FFF2-40B4-BE49-F238E27FC236}">
                  <a16:creationId xmlns:a16="http://schemas.microsoft.com/office/drawing/2014/main" id="{DBC93899-9C2C-1B40-84D6-D5670D2DCD7C}"/>
                </a:ext>
              </a:extLst>
            </p:cNvPr>
            <p:cNvSpPr/>
            <p:nvPr/>
          </p:nvSpPr>
          <p:spPr>
            <a:xfrm>
              <a:off x="3371875" y="2664025"/>
              <a:ext cx="469450" cy="498775"/>
            </a:xfrm>
            <a:custGeom>
              <a:avLst/>
              <a:gdLst/>
              <a:ahLst/>
              <a:cxnLst/>
              <a:rect l="l" t="t" r="r" b="b"/>
              <a:pathLst>
                <a:path w="18778" h="19951" extrusionOk="0">
                  <a:moveTo>
                    <a:pt x="0" y="0"/>
                  </a:moveTo>
                  <a:lnTo>
                    <a:pt x="0" y="12231"/>
                  </a:lnTo>
                  <a:cubicBezTo>
                    <a:pt x="0" y="13888"/>
                    <a:pt x="253" y="15299"/>
                    <a:pt x="766" y="16473"/>
                  </a:cubicBezTo>
                  <a:cubicBezTo>
                    <a:pt x="1301" y="17617"/>
                    <a:pt x="2096" y="18487"/>
                    <a:pt x="3144" y="19074"/>
                  </a:cubicBezTo>
                  <a:cubicBezTo>
                    <a:pt x="4199" y="19661"/>
                    <a:pt x="5477" y="19951"/>
                    <a:pt x="6992" y="19951"/>
                  </a:cubicBezTo>
                  <a:cubicBezTo>
                    <a:pt x="8404" y="19951"/>
                    <a:pt x="9660" y="19624"/>
                    <a:pt x="10760" y="18962"/>
                  </a:cubicBezTo>
                  <a:cubicBezTo>
                    <a:pt x="11882" y="18279"/>
                    <a:pt x="12677" y="17305"/>
                    <a:pt x="13137" y="16035"/>
                  </a:cubicBezTo>
                  <a:lnTo>
                    <a:pt x="13397" y="16035"/>
                  </a:lnTo>
                  <a:lnTo>
                    <a:pt x="13613" y="19624"/>
                  </a:lnTo>
                  <a:lnTo>
                    <a:pt x="18777" y="19624"/>
                  </a:lnTo>
                  <a:lnTo>
                    <a:pt x="18777" y="0"/>
                  </a:lnTo>
                  <a:lnTo>
                    <a:pt x="13397" y="0"/>
                  </a:lnTo>
                  <a:lnTo>
                    <a:pt x="13397" y="10834"/>
                  </a:lnTo>
                  <a:cubicBezTo>
                    <a:pt x="13397" y="11688"/>
                    <a:pt x="13227" y="12483"/>
                    <a:pt x="12885" y="13219"/>
                  </a:cubicBezTo>
                  <a:cubicBezTo>
                    <a:pt x="12543" y="13925"/>
                    <a:pt x="12053" y="14497"/>
                    <a:pt x="11421" y="14935"/>
                  </a:cubicBezTo>
                  <a:cubicBezTo>
                    <a:pt x="10782" y="15374"/>
                    <a:pt x="10017" y="15596"/>
                    <a:pt x="9110" y="15596"/>
                  </a:cubicBezTo>
                  <a:cubicBezTo>
                    <a:pt x="8233" y="15596"/>
                    <a:pt x="7513" y="15411"/>
                    <a:pt x="6955" y="15047"/>
                  </a:cubicBezTo>
                  <a:cubicBezTo>
                    <a:pt x="6413" y="14653"/>
                    <a:pt x="6012" y="14103"/>
                    <a:pt x="5744" y="13397"/>
                  </a:cubicBezTo>
                  <a:cubicBezTo>
                    <a:pt x="5499" y="12691"/>
                    <a:pt x="5380" y="11822"/>
                    <a:pt x="5380" y="10797"/>
                  </a:cubicBezTo>
                  <a:lnTo>
                    <a:pt x="53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4" name="Google Shape;1684;p69">
              <a:extLst>
                <a:ext uri="{FF2B5EF4-FFF2-40B4-BE49-F238E27FC236}">
                  <a16:creationId xmlns:a16="http://schemas.microsoft.com/office/drawing/2014/main" id="{6CC66CD6-DF35-7E11-75E5-567E63ACBEAD}"/>
                </a:ext>
              </a:extLst>
            </p:cNvPr>
            <p:cNvSpPr/>
            <p:nvPr/>
          </p:nvSpPr>
          <p:spPr>
            <a:xfrm>
              <a:off x="3906125" y="2487550"/>
              <a:ext cx="493200" cy="676175"/>
            </a:xfrm>
            <a:custGeom>
              <a:avLst/>
              <a:gdLst/>
              <a:ahLst/>
              <a:cxnLst/>
              <a:rect l="l" t="t" r="r" b="b"/>
              <a:pathLst>
                <a:path w="19728" h="27047" extrusionOk="0">
                  <a:moveTo>
                    <a:pt x="11896" y="27047"/>
                  </a:moveTo>
                  <a:cubicBezTo>
                    <a:pt x="10893" y="27047"/>
                    <a:pt x="9979" y="26891"/>
                    <a:pt x="9147" y="26571"/>
                  </a:cubicBezTo>
                  <a:cubicBezTo>
                    <a:pt x="8322" y="26252"/>
                    <a:pt x="7602" y="25813"/>
                    <a:pt x="6992" y="25256"/>
                  </a:cubicBezTo>
                  <a:cubicBezTo>
                    <a:pt x="6405" y="24691"/>
                    <a:pt x="5967" y="24030"/>
                    <a:pt x="5670" y="23280"/>
                  </a:cubicBezTo>
                  <a:lnTo>
                    <a:pt x="5380" y="23280"/>
                  </a:lnTo>
                  <a:lnTo>
                    <a:pt x="5157" y="26683"/>
                  </a:lnTo>
                  <a:lnTo>
                    <a:pt x="0" y="26683"/>
                  </a:lnTo>
                  <a:lnTo>
                    <a:pt x="0" y="1"/>
                  </a:lnTo>
                  <a:lnTo>
                    <a:pt x="5380" y="1"/>
                  </a:lnTo>
                  <a:lnTo>
                    <a:pt x="5380" y="10462"/>
                  </a:lnTo>
                  <a:lnTo>
                    <a:pt x="5670" y="10462"/>
                  </a:lnTo>
                  <a:cubicBezTo>
                    <a:pt x="6115" y="9341"/>
                    <a:pt x="6881" y="8441"/>
                    <a:pt x="7980" y="7758"/>
                  </a:cubicBezTo>
                  <a:cubicBezTo>
                    <a:pt x="9080" y="7052"/>
                    <a:pt x="10380" y="6695"/>
                    <a:pt x="11896" y="6695"/>
                  </a:cubicBezTo>
                  <a:cubicBezTo>
                    <a:pt x="13063" y="6695"/>
                    <a:pt x="14125" y="6918"/>
                    <a:pt x="15076" y="7357"/>
                  </a:cubicBezTo>
                  <a:cubicBezTo>
                    <a:pt x="16057" y="7773"/>
                    <a:pt x="16882" y="8404"/>
                    <a:pt x="17566" y="9259"/>
                  </a:cubicBezTo>
                  <a:cubicBezTo>
                    <a:pt x="18279" y="10113"/>
                    <a:pt x="18814" y="11176"/>
                    <a:pt x="19178" y="12439"/>
                  </a:cubicBezTo>
                  <a:cubicBezTo>
                    <a:pt x="19542" y="13709"/>
                    <a:pt x="19728" y="15188"/>
                    <a:pt x="19728" y="16867"/>
                  </a:cubicBezTo>
                  <a:cubicBezTo>
                    <a:pt x="19728" y="19119"/>
                    <a:pt x="19401" y="20991"/>
                    <a:pt x="18740" y="22507"/>
                  </a:cubicBezTo>
                  <a:cubicBezTo>
                    <a:pt x="18108" y="24023"/>
                    <a:pt x="17187" y="25152"/>
                    <a:pt x="15990" y="25910"/>
                  </a:cubicBezTo>
                  <a:cubicBezTo>
                    <a:pt x="14824" y="26668"/>
                    <a:pt x="13457" y="27047"/>
                    <a:pt x="11896" y="27047"/>
                  </a:cubicBezTo>
                  <a:close/>
                  <a:moveTo>
                    <a:pt x="9845" y="22693"/>
                  </a:moveTo>
                  <a:cubicBezTo>
                    <a:pt x="10722" y="22693"/>
                    <a:pt x="11495" y="22485"/>
                    <a:pt x="12149" y="22068"/>
                  </a:cubicBezTo>
                  <a:cubicBezTo>
                    <a:pt x="12810" y="21630"/>
                    <a:pt x="13323" y="20984"/>
                    <a:pt x="13687" y="20129"/>
                  </a:cubicBezTo>
                  <a:cubicBezTo>
                    <a:pt x="14051" y="19275"/>
                    <a:pt x="14237" y="18190"/>
                    <a:pt x="14237" y="16867"/>
                  </a:cubicBezTo>
                  <a:cubicBezTo>
                    <a:pt x="14237" y="15872"/>
                    <a:pt x="14125" y="15002"/>
                    <a:pt x="13910" y="14274"/>
                  </a:cubicBezTo>
                  <a:cubicBezTo>
                    <a:pt x="13709" y="13539"/>
                    <a:pt x="13419" y="12944"/>
                    <a:pt x="13033" y="12476"/>
                  </a:cubicBezTo>
                  <a:cubicBezTo>
                    <a:pt x="12639" y="11993"/>
                    <a:pt x="12179" y="11636"/>
                    <a:pt x="11636" y="11421"/>
                  </a:cubicBezTo>
                  <a:cubicBezTo>
                    <a:pt x="11101" y="11176"/>
                    <a:pt x="10507" y="11049"/>
                    <a:pt x="9845" y="11049"/>
                  </a:cubicBezTo>
                  <a:cubicBezTo>
                    <a:pt x="8872" y="11049"/>
                    <a:pt x="8055" y="11280"/>
                    <a:pt x="7393" y="11748"/>
                  </a:cubicBezTo>
                  <a:cubicBezTo>
                    <a:pt x="6732" y="12209"/>
                    <a:pt x="6234" y="12810"/>
                    <a:pt x="5893" y="13539"/>
                  </a:cubicBezTo>
                  <a:cubicBezTo>
                    <a:pt x="5573" y="14274"/>
                    <a:pt x="5417" y="15062"/>
                    <a:pt x="5417" y="15916"/>
                  </a:cubicBezTo>
                  <a:lnTo>
                    <a:pt x="5417" y="17826"/>
                  </a:lnTo>
                  <a:cubicBezTo>
                    <a:pt x="5417" y="18651"/>
                    <a:pt x="5573" y="19431"/>
                    <a:pt x="5893" y="20166"/>
                  </a:cubicBezTo>
                  <a:cubicBezTo>
                    <a:pt x="6234" y="20894"/>
                    <a:pt x="6732" y="21504"/>
                    <a:pt x="7393" y="21994"/>
                  </a:cubicBezTo>
                  <a:cubicBezTo>
                    <a:pt x="8055" y="22462"/>
                    <a:pt x="8872" y="22693"/>
                    <a:pt x="9845" y="226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5" name="Google Shape;1685;p69">
              <a:extLst>
                <a:ext uri="{FF2B5EF4-FFF2-40B4-BE49-F238E27FC236}">
                  <a16:creationId xmlns:a16="http://schemas.microsoft.com/office/drawing/2014/main" id="{53E4DA78-A184-1FF8-47FC-7C4282DF8974}"/>
                </a:ext>
              </a:extLst>
            </p:cNvPr>
            <p:cNvSpPr/>
            <p:nvPr/>
          </p:nvSpPr>
          <p:spPr>
            <a:xfrm>
              <a:off x="4567800" y="2479200"/>
              <a:ext cx="638650" cy="683600"/>
            </a:xfrm>
            <a:custGeom>
              <a:avLst/>
              <a:gdLst/>
              <a:ahLst/>
              <a:cxnLst/>
              <a:rect l="l" t="t" r="r" b="b"/>
              <a:pathLst>
                <a:path w="25546" h="27344" extrusionOk="0">
                  <a:moveTo>
                    <a:pt x="13249" y="0"/>
                  </a:moveTo>
                  <a:cubicBezTo>
                    <a:pt x="11272" y="0"/>
                    <a:pt x="9467" y="320"/>
                    <a:pt x="7832" y="951"/>
                  </a:cubicBezTo>
                  <a:cubicBezTo>
                    <a:pt x="6219" y="1568"/>
                    <a:pt x="4830" y="2467"/>
                    <a:pt x="3656" y="3663"/>
                  </a:cubicBezTo>
                  <a:cubicBezTo>
                    <a:pt x="2482" y="4837"/>
                    <a:pt x="1583" y="6264"/>
                    <a:pt x="951" y="7943"/>
                  </a:cubicBezTo>
                  <a:cubicBezTo>
                    <a:pt x="312" y="9630"/>
                    <a:pt x="0" y="11532"/>
                    <a:pt x="0" y="13657"/>
                  </a:cubicBezTo>
                  <a:cubicBezTo>
                    <a:pt x="0" y="15804"/>
                    <a:pt x="312" y="17714"/>
                    <a:pt x="951" y="19401"/>
                  </a:cubicBezTo>
                  <a:cubicBezTo>
                    <a:pt x="1583" y="21087"/>
                    <a:pt x="2482" y="22521"/>
                    <a:pt x="3656" y="23718"/>
                  </a:cubicBezTo>
                  <a:cubicBezTo>
                    <a:pt x="4830" y="24892"/>
                    <a:pt x="6219" y="25791"/>
                    <a:pt x="7832" y="26430"/>
                  </a:cubicBezTo>
                  <a:cubicBezTo>
                    <a:pt x="9467" y="27039"/>
                    <a:pt x="11272" y="27344"/>
                    <a:pt x="13249" y="27344"/>
                  </a:cubicBezTo>
                  <a:cubicBezTo>
                    <a:pt x="15493" y="27344"/>
                    <a:pt x="17491" y="26950"/>
                    <a:pt x="19245" y="26170"/>
                  </a:cubicBezTo>
                  <a:cubicBezTo>
                    <a:pt x="21006" y="25389"/>
                    <a:pt x="22433" y="24290"/>
                    <a:pt x="23532" y="22878"/>
                  </a:cubicBezTo>
                  <a:cubicBezTo>
                    <a:pt x="24654" y="21466"/>
                    <a:pt x="25323" y="19802"/>
                    <a:pt x="25546" y="17900"/>
                  </a:cubicBezTo>
                  <a:lnTo>
                    <a:pt x="20605" y="17900"/>
                  </a:lnTo>
                  <a:cubicBezTo>
                    <a:pt x="20404" y="18947"/>
                    <a:pt x="19966" y="19876"/>
                    <a:pt x="19282" y="20679"/>
                  </a:cubicBezTo>
                  <a:cubicBezTo>
                    <a:pt x="18598" y="21466"/>
                    <a:pt x="17744" y="22076"/>
                    <a:pt x="16726" y="22514"/>
                  </a:cubicBezTo>
                  <a:cubicBezTo>
                    <a:pt x="15701" y="22952"/>
                    <a:pt x="14541" y="23168"/>
                    <a:pt x="13249" y="23168"/>
                  </a:cubicBezTo>
                  <a:cubicBezTo>
                    <a:pt x="11978" y="23168"/>
                    <a:pt x="10834" y="22975"/>
                    <a:pt x="9808" y="22588"/>
                  </a:cubicBezTo>
                  <a:cubicBezTo>
                    <a:pt x="8805" y="22172"/>
                    <a:pt x="7951" y="21563"/>
                    <a:pt x="7245" y="20753"/>
                  </a:cubicBezTo>
                  <a:cubicBezTo>
                    <a:pt x="6539" y="19950"/>
                    <a:pt x="5989" y="18962"/>
                    <a:pt x="5595" y="17788"/>
                  </a:cubicBezTo>
                  <a:cubicBezTo>
                    <a:pt x="5209" y="16592"/>
                    <a:pt x="5008" y="15217"/>
                    <a:pt x="5008" y="13657"/>
                  </a:cubicBezTo>
                  <a:cubicBezTo>
                    <a:pt x="5008" y="11606"/>
                    <a:pt x="5343" y="9875"/>
                    <a:pt x="5997" y="8456"/>
                  </a:cubicBezTo>
                  <a:cubicBezTo>
                    <a:pt x="6680" y="7044"/>
                    <a:pt x="7631" y="5982"/>
                    <a:pt x="8857" y="5276"/>
                  </a:cubicBezTo>
                  <a:cubicBezTo>
                    <a:pt x="10098" y="4540"/>
                    <a:pt x="11562" y="4176"/>
                    <a:pt x="13249" y="4176"/>
                  </a:cubicBezTo>
                  <a:cubicBezTo>
                    <a:pt x="14564" y="4176"/>
                    <a:pt x="15723" y="4392"/>
                    <a:pt x="16726" y="4837"/>
                  </a:cubicBezTo>
                  <a:cubicBezTo>
                    <a:pt x="17744" y="5276"/>
                    <a:pt x="18591" y="5885"/>
                    <a:pt x="19245" y="6665"/>
                  </a:cubicBezTo>
                  <a:cubicBezTo>
                    <a:pt x="19929" y="7445"/>
                    <a:pt x="20382" y="8359"/>
                    <a:pt x="20605" y="9407"/>
                  </a:cubicBezTo>
                  <a:lnTo>
                    <a:pt x="25546" y="9407"/>
                  </a:lnTo>
                  <a:cubicBezTo>
                    <a:pt x="25278" y="7505"/>
                    <a:pt x="24595" y="5863"/>
                    <a:pt x="23495" y="4466"/>
                  </a:cubicBezTo>
                  <a:cubicBezTo>
                    <a:pt x="22418" y="3054"/>
                    <a:pt x="21006" y="1955"/>
                    <a:pt x="19245" y="1174"/>
                  </a:cubicBezTo>
                  <a:cubicBezTo>
                    <a:pt x="17491" y="394"/>
                    <a:pt x="15493" y="0"/>
                    <a:pt x="132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6" name="Google Shape;1686;p69">
              <a:extLst>
                <a:ext uri="{FF2B5EF4-FFF2-40B4-BE49-F238E27FC236}">
                  <a16:creationId xmlns:a16="http://schemas.microsoft.com/office/drawing/2014/main" id="{2384CF67-C7A2-B5BD-FA08-0B8921BF8BF7}"/>
                </a:ext>
              </a:extLst>
            </p:cNvPr>
            <p:cNvSpPr/>
            <p:nvPr/>
          </p:nvSpPr>
          <p:spPr>
            <a:xfrm>
              <a:off x="5225200" y="2658625"/>
              <a:ext cx="481325" cy="504175"/>
            </a:xfrm>
            <a:custGeom>
              <a:avLst/>
              <a:gdLst/>
              <a:ahLst/>
              <a:cxnLst/>
              <a:rect l="l" t="t" r="r" b="b"/>
              <a:pathLst>
                <a:path w="19253" h="20167" extrusionOk="0">
                  <a:moveTo>
                    <a:pt x="9660" y="20167"/>
                  </a:moveTo>
                  <a:cubicBezTo>
                    <a:pt x="8196" y="20167"/>
                    <a:pt x="6881" y="19944"/>
                    <a:pt x="5707" y="19505"/>
                  </a:cubicBezTo>
                  <a:cubicBezTo>
                    <a:pt x="4533" y="19045"/>
                    <a:pt x="3515" y="18376"/>
                    <a:pt x="2631" y="17492"/>
                  </a:cubicBezTo>
                  <a:cubicBezTo>
                    <a:pt x="1776" y="16615"/>
                    <a:pt x="1122" y="15552"/>
                    <a:pt x="654" y="14312"/>
                  </a:cubicBezTo>
                  <a:cubicBezTo>
                    <a:pt x="216" y="13063"/>
                    <a:pt x="0" y="11666"/>
                    <a:pt x="0" y="10099"/>
                  </a:cubicBezTo>
                  <a:cubicBezTo>
                    <a:pt x="0" y="8100"/>
                    <a:pt x="379" y="6346"/>
                    <a:pt x="1130" y="4831"/>
                  </a:cubicBezTo>
                  <a:cubicBezTo>
                    <a:pt x="1910" y="3315"/>
                    <a:pt x="3024" y="2133"/>
                    <a:pt x="4466" y="1279"/>
                  </a:cubicBezTo>
                  <a:cubicBezTo>
                    <a:pt x="5900" y="424"/>
                    <a:pt x="7631" y="1"/>
                    <a:pt x="9660" y="1"/>
                  </a:cubicBezTo>
                  <a:cubicBezTo>
                    <a:pt x="11101" y="1"/>
                    <a:pt x="12402" y="231"/>
                    <a:pt x="13576" y="692"/>
                  </a:cubicBezTo>
                  <a:cubicBezTo>
                    <a:pt x="14750" y="1160"/>
                    <a:pt x="15745" y="1829"/>
                    <a:pt x="16578" y="2706"/>
                  </a:cubicBezTo>
                  <a:cubicBezTo>
                    <a:pt x="17432" y="3590"/>
                    <a:pt x="18093" y="4645"/>
                    <a:pt x="18554" y="5893"/>
                  </a:cubicBezTo>
                  <a:cubicBezTo>
                    <a:pt x="19015" y="7112"/>
                    <a:pt x="19252" y="8516"/>
                    <a:pt x="19252" y="10099"/>
                  </a:cubicBezTo>
                  <a:cubicBezTo>
                    <a:pt x="19252" y="12075"/>
                    <a:pt x="18859" y="13821"/>
                    <a:pt x="18078" y="15337"/>
                  </a:cubicBezTo>
                  <a:cubicBezTo>
                    <a:pt x="17321" y="16845"/>
                    <a:pt x="16221" y="18034"/>
                    <a:pt x="14787" y="18889"/>
                  </a:cubicBezTo>
                  <a:cubicBezTo>
                    <a:pt x="13368" y="19736"/>
                    <a:pt x="11659" y="20167"/>
                    <a:pt x="9660" y="20167"/>
                  </a:cubicBezTo>
                  <a:close/>
                  <a:moveTo>
                    <a:pt x="9623" y="16399"/>
                  </a:moveTo>
                  <a:cubicBezTo>
                    <a:pt x="10626" y="16399"/>
                    <a:pt x="11503" y="16162"/>
                    <a:pt x="12260" y="15701"/>
                  </a:cubicBezTo>
                  <a:cubicBezTo>
                    <a:pt x="13018" y="15211"/>
                    <a:pt x="13598" y="14505"/>
                    <a:pt x="14014" y="13576"/>
                  </a:cubicBezTo>
                  <a:cubicBezTo>
                    <a:pt x="14430" y="12625"/>
                    <a:pt x="14638" y="11466"/>
                    <a:pt x="14638" y="10099"/>
                  </a:cubicBezTo>
                  <a:cubicBezTo>
                    <a:pt x="14638" y="9073"/>
                    <a:pt x="14519" y="8174"/>
                    <a:pt x="14274" y="7394"/>
                  </a:cubicBezTo>
                  <a:cubicBezTo>
                    <a:pt x="14051" y="6584"/>
                    <a:pt x="13724" y="5915"/>
                    <a:pt x="13286" y="5380"/>
                  </a:cubicBezTo>
                  <a:cubicBezTo>
                    <a:pt x="12847" y="4845"/>
                    <a:pt x="12320" y="4437"/>
                    <a:pt x="11711" y="4169"/>
                  </a:cubicBezTo>
                  <a:cubicBezTo>
                    <a:pt x="11101" y="3902"/>
                    <a:pt x="10418" y="3768"/>
                    <a:pt x="9660" y="3768"/>
                  </a:cubicBezTo>
                  <a:cubicBezTo>
                    <a:pt x="8657" y="3768"/>
                    <a:pt x="7773" y="4013"/>
                    <a:pt x="6985" y="4504"/>
                  </a:cubicBezTo>
                  <a:cubicBezTo>
                    <a:pt x="6234" y="4964"/>
                    <a:pt x="5647" y="5670"/>
                    <a:pt x="5231" y="6621"/>
                  </a:cubicBezTo>
                  <a:cubicBezTo>
                    <a:pt x="4815" y="7550"/>
                    <a:pt x="4607" y="8709"/>
                    <a:pt x="4607" y="10099"/>
                  </a:cubicBezTo>
                  <a:cubicBezTo>
                    <a:pt x="4607" y="11124"/>
                    <a:pt x="4719" y="12038"/>
                    <a:pt x="4942" y="12848"/>
                  </a:cubicBezTo>
                  <a:cubicBezTo>
                    <a:pt x="5179" y="13628"/>
                    <a:pt x="5521" y="14289"/>
                    <a:pt x="5967" y="14824"/>
                  </a:cubicBezTo>
                  <a:cubicBezTo>
                    <a:pt x="6405" y="15337"/>
                    <a:pt x="6925" y="15723"/>
                    <a:pt x="7535" y="15991"/>
                  </a:cubicBezTo>
                  <a:cubicBezTo>
                    <a:pt x="8174" y="16266"/>
                    <a:pt x="8865" y="16399"/>
                    <a:pt x="9623" y="163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7" name="Google Shape;1687;p69">
              <a:extLst>
                <a:ext uri="{FF2B5EF4-FFF2-40B4-BE49-F238E27FC236}">
                  <a16:creationId xmlns:a16="http://schemas.microsoft.com/office/drawing/2014/main" id="{13AACDD3-3746-EC66-FCC2-4EF89C8F4F0C}"/>
                </a:ext>
              </a:extLst>
            </p:cNvPr>
            <p:cNvSpPr/>
            <p:nvPr/>
          </p:nvSpPr>
          <p:spPr>
            <a:xfrm>
              <a:off x="5743650" y="2658625"/>
              <a:ext cx="478550" cy="648700"/>
            </a:xfrm>
            <a:custGeom>
              <a:avLst/>
              <a:gdLst/>
              <a:ahLst/>
              <a:cxnLst/>
              <a:rect l="l" t="t" r="r" b="b"/>
              <a:pathLst>
                <a:path w="19142" h="25948" extrusionOk="0">
                  <a:moveTo>
                    <a:pt x="38" y="365"/>
                  </a:moveTo>
                  <a:lnTo>
                    <a:pt x="1" y="25947"/>
                  </a:lnTo>
                  <a:lnTo>
                    <a:pt x="4578" y="25947"/>
                  </a:lnTo>
                  <a:lnTo>
                    <a:pt x="4578" y="16251"/>
                  </a:lnTo>
                  <a:lnTo>
                    <a:pt x="4867" y="16251"/>
                  </a:lnTo>
                  <a:cubicBezTo>
                    <a:pt x="5187" y="17031"/>
                    <a:pt x="5640" y="17729"/>
                    <a:pt x="6227" y="18339"/>
                  </a:cubicBezTo>
                  <a:cubicBezTo>
                    <a:pt x="6836" y="18918"/>
                    <a:pt x="7565" y="19386"/>
                    <a:pt x="8419" y="19728"/>
                  </a:cubicBezTo>
                  <a:cubicBezTo>
                    <a:pt x="9274" y="20048"/>
                    <a:pt x="10225" y="20204"/>
                    <a:pt x="11272" y="20204"/>
                  </a:cubicBezTo>
                  <a:cubicBezTo>
                    <a:pt x="12833" y="20204"/>
                    <a:pt x="14207" y="19825"/>
                    <a:pt x="15374" y="19067"/>
                  </a:cubicBezTo>
                  <a:cubicBezTo>
                    <a:pt x="16570" y="18287"/>
                    <a:pt x="17499" y="17150"/>
                    <a:pt x="18153" y="15664"/>
                  </a:cubicBezTo>
                  <a:cubicBezTo>
                    <a:pt x="18814" y="14148"/>
                    <a:pt x="19141" y="12298"/>
                    <a:pt x="19141" y="10099"/>
                  </a:cubicBezTo>
                  <a:cubicBezTo>
                    <a:pt x="19141" y="8442"/>
                    <a:pt x="18948" y="6993"/>
                    <a:pt x="18562" y="5745"/>
                  </a:cubicBezTo>
                  <a:cubicBezTo>
                    <a:pt x="18190" y="4474"/>
                    <a:pt x="17655" y="3419"/>
                    <a:pt x="16949" y="2564"/>
                  </a:cubicBezTo>
                  <a:cubicBezTo>
                    <a:pt x="16266" y="1710"/>
                    <a:pt x="15433" y="1071"/>
                    <a:pt x="14460" y="662"/>
                  </a:cubicBezTo>
                  <a:cubicBezTo>
                    <a:pt x="13509" y="216"/>
                    <a:pt x="12446" y="1"/>
                    <a:pt x="11272" y="1"/>
                  </a:cubicBezTo>
                  <a:cubicBezTo>
                    <a:pt x="9690" y="1"/>
                    <a:pt x="8337" y="365"/>
                    <a:pt x="7215" y="1101"/>
                  </a:cubicBezTo>
                  <a:cubicBezTo>
                    <a:pt x="6116" y="1829"/>
                    <a:pt x="5336" y="2780"/>
                    <a:pt x="4867" y="3954"/>
                  </a:cubicBezTo>
                  <a:lnTo>
                    <a:pt x="4578" y="3954"/>
                  </a:lnTo>
                  <a:lnTo>
                    <a:pt x="4429" y="365"/>
                  </a:lnTo>
                  <a:close/>
                  <a:moveTo>
                    <a:pt x="12157" y="15775"/>
                  </a:moveTo>
                  <a:cubicBezTo>
                    <a:pt x="11421" y="16236"/>
                    <a:pt x="10567" y="16466"/>
                    <a:pt x="9593" y="16466"/>
                  </a:cubicBezTo>
                  <a:cubicBezTo>
                    <a:pt x="8761" y="16466"/>
                    <a:pt x="8033" y="16325"/>
                    <a:pt x="7394" y="16028"/>
                  </a:cubicBezTo>
                  <a:cubicBezTo>
                    <a:pt x="6784" y="15716"/>
                    <a:pt x="6272" y="15307"/>
                    <a:pt x="5856" y="14824"/>
                  </a:cubicBezTo>
                  <a:cubicBezTo>
                    <a:pt x="5469" y="14312"/>
                    <a:pt x="5165" y="13739"/>
                    <a:pt x="4942" y="13100"/>
                  </a:cubicBezTo>
                  <a:cubicBezTo>
                    <a:pt x="4749" y="12469"/>
                    <a:pt x="4652" y="11808"/>
                    <a:pt x="4652" y="11124"/>
                  </a:cubicBezTo>
                  <a:lnTo>
                    <a:pt x="4652" y="9073"/>
                  </a:lnTo>
                  <a:cubicBezTo>
                    <a:pt x="4652" y="8152"/>
                    <a:pt x="4838" y="7283"/>
                    <a:pt x="5202" y="6480"/>
                  </a:cubicBezTo>
                  <a:cubicBezTo>
                    <a:pt x="5566" y="5670"/>
                    <a:pt x="6116" y="5016"/>
                    <a:pt x="6844" y="4504"/>
                  </a:cubicBezTo>
                  <a:cubicBezTo>
                    <a:pt x="7579" y="3991"/>
                    <a:pt x="8493" y="3731"/>
                    <a:pt x="9593" y="3731"/>
                  </a:cubicBezTo>
                  <a:cubicBezTo>
                    <a:pt x="10567" y="3731"/>
                    <a:pt x="11421" y="3961"/>
                    <a:pt x="12157" y="4429"/>
                  </a:cubicBezTo>
                  <a:cubicBezTo>
                    <a:pt x="12885" y="4890"/>
                    <a:pt x="13449" y="5596"/>
                    <a:pt x="13836" y="6554"/>
                  </a:cubicBezTo>
                  <a:cubicBezTo>
                    <a:pt x="14252" y="7476"/>
                    <a:pt x="14460" y="8665"/>
                    <a:pt x="14460" y="10099"/>
                  </a:cubicBezTo>
                  <a:cubicBezTo>
                    <a:pt x="14460" y="11518"/>
                    <a:pt x="14252" y="12699"/>
                    <a:pt x="13836" y="13650"/>
                  </a:cubicBezTo>
                  <a:cubicBezTo>
                    <a:pt x="13449" y="14579"/>
                    <a:pt x="12885" y="15285"/>
                    <a:pt x="12157" y="157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8" name="Google Shape;1688;p69">
              <a:extLst>
                <a:ext uri="{FF2B5EF4-FFF2-40B4-BE49-F238E27FC236}">
                  <a16:creationId xmlns:a16="http://schemas.microsoft.com/office/drawing/2014/main" id="{2438FEEE-DB03-0E10-44F1-A233B3A67CA8}"/>
                </a:ext>
              </a:extLst>
            </p:cNvPr>
            <p:cNvSpPr/>
            <p:nvPr/>
          </p:nvSpPr>
          <p:spPr>
            <a:xfrm>
              <a:off x="6268050" y="2667750"/>
              <a:ext cx="114450" cy="486875"/>
            </a:xfrm>
            <a:custGeom>
              <a:avLst/>
              <a:gdLst/>
              <a:ahLst/>
              <a:cxnLst/>
              <a:rect l="l" t="t" r="r" b="b"/>
              <a:pathLst>
                <a:path w="4578" h="19475" extrusionOk="0">
                  <a:moveTo>
                    <a:pt x="0" y="0"/>
                  </a:moveTo>
                  <a:lnTo>
                    <a:pt x="0" y="19475"/>
                  </a:lnTo>
                  <a:lnTo>
                    <a:pt x="4578" y="19475"/>
                  </a:lnTo>
                  <a:lnTo>
                    <a:pt x="45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9" name="Google Shape;1689;p69">
              <a:extLst>
                <a:ext uri="{FF2B5EF4-FFF2-40B4-BE49-F238E27FC236}">
                  <a16:creationId xmlns:a16="http://schemas.microsoft.com/office/drawing/2014/main" id="{CBADEBD4-BA3A-93DA-7959-526FAE212B90}"/>
                </a:ext>
              </a:extLst>
            </p:cNvPr>
            <p:cNvSpPr/>
            <p:nvPr/>
          </p:nvSpPr>
          <p:spPr>
            <a:xfrm>
              <a:off x="6268050" y="2487550"/>
              <a:ext cx="114450" cy="111675"/>
            </a:xfrm>
            <a:custGeom>
              <a:avLst/>
              <a:gdLst/>
              <a:ahLst/>
              <a:cxnLst/>
              <a:rect l="l" t="t" r="r" b="b"/>
              <a:pathLst>
                <a:path w="4578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578" y="4466"/>
                  </a:lnTo>
                  <a:lnTo>
                    <a:pt x="45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0" name="Google Shape;1690;p69">
              <a:extLst>
                <a:ext uri="{FF2B5EF4-FFF2-40B4-BE49-F238E27FC236}">
                  <a16:creationId xmlns:a16="http://schemas.microsoft.com/office/drawing/2014/main" id="{74A1E051-DCE2-AD64-8C51-CCE6DBA8838C}"/>
                </a:ext>
              </a:extLst>
            </p:cNvPr>
            <p:cNvSpPr/>
            <p:nvPr/>
          </p:nvSpPr>
          <p:spPr>
            <a:xfrm>
              <a:off x="6441725" y="2487550"/>
              <a:ext cx="114275" cy="667075"/>
            </a:xfrm>
            <a:custGeom>
              <a:avLst/>
              <a:gdLst/>
              <a:ahLst/>
              <a:cxnLst/>
              <a:rect l="l" t="t" r="r" b="b"/>
              <a:pathLst>
                <a:path w="4571" h="26683" extrusionOk="0">
                  <a:moveTo>
                    <a:pt x="1" y="1"/>
                  </a:moveTo>
                  <a:lnTo>
                    <a:pt x="1" y="26683"/>
                  </a:lnTo>
                  <a:lnTo>
                    <a:pt x="4571" y="26683"/>
                  </a:lnTo>
                  <a:lnTo>
                    <a:pt x="45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1" name="Google Shape;1691;p69">
              <a:extLst>
                <a:ext uri="{FF2B5EF4-FFF2-40B4-BE49-F238E27FC236}">
                  <a16:creationId xmlns:a16="http://schemas.microsoft.com/office/drawing/2014/main" id="{879F590F-AFAD-A1CC-C580-FE9DC22C4777}"/>
                </a:ext>
              </a:extLst>
            </p:cNvPr>
            <p:cNvSpPr/>
            <p:nvPr/>
          </p:nvSpPr>
          <p:spPr>
            <a:xfrm>
              <a:off x="6594250" y="2658625"/>
              <a:ext cx="481325" cy="504175"/>
            </a:xfrm>
            <a:custGeom>
              <a:avLst/>
              <a:gdLst/>
              <a:ahLst/>
              <a:cxnLst/>
              <a:rect l="l" t="t" r="r" b="b"/>
              <a:pathLst>
                <a:path w="19253" h="20167" extrusionOk="0">
                  <a:moveTo>
                    <a:pt x="9667" y="20167"/>
                  </a:moveTo>
                  <a:cubicBezTo>
                    <a:pt x="8203" y="20167"/>
                    <a:pt x="6881" y="19944"/>
                    <a:pt x="5714" y="19505"/>
                  </a:cubicBezTo>
                  <a:cubicBezTo>
                    <a:pt x="4540" y="19045"/>
                    <a:pt x="3515" y="18376"/>
                    <a:pt x="2638" y="17492"/>
                  </a:cubicBezTo>
                  <a:cubicBezTo>
                    <a:pt x="1784" y="16615"/>
                    <a:pt x="1122" y="15552"/>
                    <a:pt x="662" y="14312"/>
                  </a:cubicBezTo>
                  <a:cubicBezTo>
                    <a:pt x="223" y="13063"/>
                    <a:pt x="0" y="11666"/>
                    <a:pt x="0" y="10099"/>
                  </a:cubicBezTo>
                  <a:cubicBezTo>
                    <a:pt x="0" y="8100"/>
                    <a:pt x="379" y="6346"/>
                    <a:pt x="1137" y="4831"/>
                  </a:cubicBezTo>
                  <a:cubicBezTo>
                    <a:pt x="1917" y="3315"/>
                    <a:pt x="3024" y="2133"/>
                    <a:pt x="4466" y="1279"/>
                  </a:cubicBezTo>
                  <a:cubicBezTo>
                    <a:pt x="5907" y="424"/>
                    <a:pt x="7639" y="1"/>
                    <a:pt x="9667" y="1"/>
                  </a:cubicBezTo>
                  <a:cubicBezTo>
                    <a:pt x="11101" y="1"/>
                    <a:pt x="12409" y="231"/>
                    <a:pt x="13583" y="692"/>
                  </a:cubicBezTo>
                  <a:cubicBezTo>
                    <a:pt x="14750" y="1160"/>
                    <a:pt x="15753" y="1829"/>
                    <a:pt x="16585" y="2706"/>
                  </a:cubicBezTo>
                  <a:cubicBezTo>
                    <a:pt x="17439" y="3590"/>
                    <a:pt x="18093" y="4645"/>
                    <a:pt x="18561" y="5893"/>
                  </a:cubicBezTo>
                  <a:cubicBezTo>
                    <a:pt x="19022" y="7112"/>
                    <a:pt x="19252" y="8516"/>
                    <a:pt x="19252" y="10099"/>
                  </a:cubicBezTo>
                  <a:cubicBezTo>
                    <a:pt x="19252" y="12075"/>
                    <a:pt x="18866" y="13821"/>
                    <a:pt x="18086" y="15337"/>
                  </a:cubicBezTo>
                  <a:cubicBezTo>
                    <a:pt x="17328" y="16845"/>
                    <a:pt x="16228" y="18034"/>
                    <a:pt x="14787" y="18889"/>
                  </a:cubicBezTo>
                  <a:cubicBezTo>
                    <a:pt x="13375" y="19736"/>
                    <a:pt x="11666" y="20167"/>
                    <a:pt x="9667" y="20167"/>
                  </a:cubicBezTo>
                  <a:close/>
                  <a:moveTo>
                    <a:pt x="9630" y="16399"/>
                  </a:moveTo>
                  <a:cubicBezTo>
                    <a:pt x="10626" y="16399"/>
                    <a:pt x="11510" y="16162"/>
                    <a:pt x="12260" y="15701"/>
                  </a:cubicBezTo>
                  <a:cubicBezTo>
                    <a:pt x="13018" y="15211"/>
                    <a:pt x="13605" y="14505"/>
                    <a:pt x="14021" y="13576"/>
                  </a:cubicBezTo>
                  <a:cubicBezTo>
                    <a:pt x="14437" y="12625"/>
                    <a:pt x="14645" y="11466"/>
                    <a:pt x="14645" y="10099"/>
                  </a:cubicBezTo>
                  <a:cubicBezTo>
                    <a:pt x="14645" y="9073"/>
                    <a:pt x="14519" y="8174"/>
                    <a:pt x="14274" y="7394"/>
                  </a:cubicBezTo>
                  <a:cubicBezTo>
                    <a:pt x="14058" y="6584"/>
                    <a:pt x="13724" y="5915"/>
                    <a:pt x="13286" y="5380"/>
                  </a:cubicBezTo>
                  <a:cubicBezTo>
                    <a:pt x="12847" y="4845"/>
                    <a:pt x="12327" y="4437"/>
                    <a:pt x="11710" y="4169"/>
                  </a:cubicBezTo>
                  <a:cubicBezTo>
                    <a:pt x="11101" y="3902"/>
                    <a:pt x="10418" y="3768"/>
                    <a:pt x="9667" y="3768"/>
                  </a:cubicBezTo>
                  <a:cubicBezTo>
                    <a:pt x="8664" y="3768"/>
                    <a:pt x="7772" y="4013"/>
                    <a:pt x="6992" y="4504"/>
                  </a:cubicBezTo>
                  <a:cubicBezTo>
                    <a:pt x="6234" y="4964"/>
                    <a:pt x="5647" y="5670"/>
                    <a:pt x="5239" y="6621"/>
                  </a:cubicBezTo>
                  <a:cubicBezTo>
                    <a:pt x="4823" y="7550"/>
                    <a:pt x="4614" y="8709"/>
                    <a:pt x="4614" y="10099"/>
                  </a:cubicBezTo>
                  <a:cubicBezTo>
                    <a:pt x="4614" y="11124"/>
                    <a:pt x="4726" y="12038"/>
                    <a:pt x="4941" y="12848"/>
                  </a:cubicBezTo>
                  <a:cubicBezTo>
                    <a:pt x="5187" y="13628"/>
                    <a:pt x="5528" y="14289"/>
                    <a:pt x="5967" y="14824"/>
                  </a:cubicBezTo>
                  <a:cubicBezTo>
                    <a:pt x="6405" y="15337"/>
                    <a:pt x="6933" y="15723"/>
                    <a:pt x="7542" y="15991"/>
                  </a:cubicBezTo>
                  <a:cubicBezTo>
                    <a:pt x="8174" y="16266"/>
                    <a:pt x="8872" y="16399"/>
                    <a:pt x="9630" y="163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2" name="Google Shape;1692;p69">
              <a:extLst>
                <a:ext uri="{FF2B5EF4-FFF2-40B4-BE49-F238E27FC236}">
                  <a16:creationId xmlns:a16="http://schemas.microsoft.com/office/drawing/2014/main" id="{6D84C5E9-6EB6-DE2E-5EF9-D3619742EA32}"/>
                </a:ext>
              </a:extLst>
            </p:cNvPr>
            <p:cNvSpPr/>
            <p:nvPr/>
          </p:nvSpPr>
          <p:spPr>
            <a:xfrm>
              <a:off x="7068125" y="2518575"/>
              <a:ext cx="306525" cy="636050"/>
            </a:xfrm>
            <a:custGeom>
              <a:avLst/>
              <a:gdLst/>
              <a:ahLst/>
              <a:cxnLst/>
              <a:rect l="l" t="t" r="r" b="b"/>
              <a:pathLst>
                <a:path w="12261" h="25442" extrusionOk="0">
                  <a:moveTo>
                    <a:pt x="8122" y="1"/>
                  </a:moveTo>
                  <a:lnTo>
                    <a:pt x="3582" y="476"/>
                  </a:lnTo>
                  <a:lnTo>
                    <a:pt x="3582" y="5967"/>
                  </a:lnTo>
                  <a:lnTo>
                    <a:pt x="0" y="5967"/>
                  </a:lnTo>
                  <a:lnTo>
                    <a:pt x="0" y="9667"/>
                  </a:lnTo>
                  <a:lnTo>
                    <a:pt x="3582" y="9667"/>
                  </a:lnTo>
                  <a:lnTo>
                    <a:pt x="3582" y="21013"/>
                  </a:lnTo>
                  <a:cubicBezTo>
                    <a:pt x="3582" y="21935"/>
                    <a:pt x="3715" y="22730"/>
                    <a:pt x="3983" y="23391"/>
                  </a:cubicBezTo>
                  <a:cubicBezTo>
                    <a:pt x="4258" y="24045"/>
                    <a:pt x="4718" y="24557"/>
                    <a:pt x="5380" y="24929"/>
                  </a:cubicBezTo>
                  <a:cubicBezTo>
                    <a:pt x="6063" y="25271"/>
                    <a:pt x="7000" y="25442"/>
                    <a:pt x="8196" y="25442"/>
                  </a:cubicBezTo>
                  <a:lnTo>
                    <a:pt x="12260" y="25442"/>
                  </a:lnTo>
                  <a:lnTo>
                    <a:pt x="12260" y="21704"/>
                  </a:lnTo>
                  <a:lnTo>
                    <a:pt x="9771" y="21704"/>
                  </a:lnTo>
                  <a:cubicBezTo>
                    <a:pt x="9206" y="21704"/>
                    <a:pt x="8790" y="21608"/>
                    <a:pt x="8523" y="21414"/>
                  </a:cubicBezTo>
                  <a:cubicBezTo>
                    <a:pt x="8255" y="21192"/>
                    <a:pt x="8122" y="20775"/>
                    <a:pt x="8122" y="20166"/>
                  </a:cubicBezTo>
                  <a:lnTo>
                    <a:pt x="8122" y="9667"/>
                  </a:lnTo>
                  <a:lnTo>
                    <a:pt x="12260" y="9667"/>
                  </a:lnTo>
                  <a:lnTo>
                    <a:pt x="12260" y="5967"/>
                  </a:lnTo>
                  <a:lnTo>
                    <a:pt x="8122" y="5967"/>
                  </a:lnTo>
                  <a:lnTo>
                    <a:pt x="81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E91FE386-AE98-E1C4-F47B-89FB180816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40480"/>
          <a:lstStyle/>
          <a:p>
            <a:pPr algn="ctr"/>
            <a:r>
              <a:rPr lang="en-US"/>
              <a:t>/ Code Generation</a:t>
            </a:r>
            <a:endParaRPr lang="en-CA"/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6F4757B9-9BBA-FD9D-EE1C-7363979AA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562245" y="2317693"/>
            <a:ext cx="506750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95" name="Google Shape;1087;p63">
            <a:extLst>
              <a:ext uri="{FF2B5EF4-FFF2-40B4-BE49-F238E27FC236}">
                <a16:creationId xmlns:a16="http://schemas.microsoft.com/office/drawing/2014/main" id="{E47B4577-0A2F-DD98-3B5D-1411339479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3751296" y="2562979"/>
            <a:ext cx="288135" cy="288267"/>
          </a:xfrm>
          <a:custGeom>
            <a:avLst/>
            <a:gdLst/>
            <a:ahLst/>
            <a:cxnLst/>
            <a:rect l="l" t="t" r="r" b="b"/>
            <a:pathLst>
              <a:path w="2168" h="2169" extrusionOk="0">
                <a:moveTo>
                  <a:pt x="869" y="1"/>
                </a:moveTo>
                <a:cubicBezTo>
                  <a:pt x="389" y="1"/>
                  <a:pt x="1" y="389"/>
                  <a:pt x="1" y="870"/>
                </a:cubicBezTo>
                <a:cubicBezTo>
                  <a:pt x="1" y="1350"/>
                  <a:pt x="389" y="1738"/>
                  <a:pt x="869" y="1738"/>
                </a:cubicBezTo>
                <a:cubicBezTo>
                  <a:pt x="1080" y="1738"/>
                  <a:pt x="1274" y="1662"/>
                  <a:pt x="1426" y="1536"/>
                </a:cubicBezTo>
                <a:lnTo>
                  <a:pt x="2025" y="2134"/>
                </a:lnTo>
                <a:cubicBezTo>
                  <a:pt x="2050" y="2168"/>
                  <a:pt x="2100" y="2168"/>
                  <a:pt x="2134" y="2134"/>
                </a:cubicBezTo>
                <a:cubicBezTo>
                  <a:pt x="2168" y="2101"/>
                  <a:pt x="2168" y="2050"/>
                  <a:pt x="2134" y="2025"/>
                </a:cubicBezTo>
                <a:lnTo>
                  <a:pt x="1535" y="1426"/>
                </a:lnTo>
                <a:cubicBezTo>
                  <a:pt x="1662" y="1274"/>
                  <a:pt x="1738" y="1080"/>
                  <a:pt x="1738" y="870"/>
                </a:cubicBezTo>
                <a:cubicBezTo>
                  <a:pt x="1738" y="389"/>
                  <a:pt x="1350" y="1"/>
                  <a:pt x="869" y="1"/>
                </a:cubicBezTo>
                <a:close/>
                <a:moveTo>
                  <a:pt x="152" y="870"/>
                </a:moveTo>
                <a:cubicBezTo>
                  <a:pt x="152" y="473"/>
                  <a:pt x="473" y="153"/>
                  <a:pt x="869" y="153"/>
                </a:cubicBezTo>
                <a:cubicBezTo>
                  <a:pt x="1257" y="153"/>
                  <a:pt x="1578" y="473"/>
                  <a:pt x="1578" y="870"/>
                </a:cubicBezTo>
                <a:cubicBezTo>
                  <a:pt x="1578" y="1257"/>
                  <a:pt x="1257" y="1578"/>
                  <a:pt x="869" y="1578"/>
                </a:cubicBezTo>
                <a:cubicBezTo>
                  <a:pt x="473" y="1578"/>
                  <a:pt x="152" y="1257"/>
                  <a:pt x="152" y="8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a Sans" pitchFamily="2" charset="77"/>
              <a:cs typeface="Arial"/>
              <a:sym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B4ABC1BC-E9F1-6292-BD20-E7B963CE27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09304" y="2610163"/>
            <a:ext cx="1629316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Scope Of Changes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758ED34F-D3D5-F0C4-FB91-E7E69537A7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23034" y="1646337"/>
            <a:ext cx="1903479" cy="4462272"/>
          </a:xfrm>
          <a:prstGeom prst="roundRect">
            <a:avLst>
              <a:gd name="adj" fmla="val 13105"/>
            </a:avLst>
          </a:prstGeom>
          <a:gradFill flip="none" rotWithShape="1"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wrap="none" lIns="137160" tIns="18288" rIns="137160" bIns="54864" rtlCol="0" anchor="ctr" anchorCtr="0">
            <a:noAutofit/>
          </a:bodyPr>
          <a:lstStyle/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400" b="1">
              <a:ln w="3175">
                <a:noFill/>
              </a:ln>
              <a:solidFill>
                <a:srgbClr val="FFFFFF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E068055-369F-708F-412D-EAA897794199}"/>
              </a:ext>
            </a:extLst>
          </p:cNvPr>
          <p:cNvSpPr txBox="1"/>
          <p:nvPr/>
        </p:nvSpPr>
        <p:spPr>
          <a:xfrm>
            <a:off x="6568597" y="1824230"/>
            <a:ext cx="1600705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1600">
                <a:latin typeface="+mj-lt"/>
              </a:rPr>
              <a:t>Completions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16F7831D-3DF6-977E-5656-4A0C357AE8F3}"/>
              </a:ext>
            </a:extLst>
          </p:cNvPr>
          <p:cNvSpPr/>
          <p:nvPr/>
        </p:nvSpPr>
        <p:spPr>
          <a:xfrm>
            <a:off x="6576778" y="2388869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Next Few Lines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E0EA72C6-FEC4-6F9C-C0FA-F622C98556B5}"/>
              </a:ext>
            </a:extLst>
          </p:cNvPr>
          <p:cNvSpPr/>
          <p:nvPr/>
        </p:nvSpPr>
        <p:spPr>
          <a:xfrm>
            <a:off x="6576778" y="3281323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Hundreds of Milliseconds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6272289-F177-21FB-19D7-1058FE8D7680}"/>
              </a:ext>
            </a:extLst>
          </p:cNvPr>
          <p:cNvSpPr/>
          <p:nvPr/>
        </p:nvSpPr>
        <p:spPr>
          <a:xfrm>
            <a:off x="6568597" y="4173777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Inner Loop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A28BA4-62B1-0009-14D2-6B8BCCD16735}"/>
              </a:ext>
            </a:extLst>
          </p:cNvPr>
          <p:cNvSpPr/>
          <p:nvPr/>
        </p:nvSpPr>
        <p:spPr>
          <a:xfrm>
            <a:off x="6576778" y="5066232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VS Code (Editor)</a:t>
            </a:r>
          </a:p>
        </p:txBody>
      </p:sp>
      <p:grpSp>
        <p:nvGrpSpPr>
          <p:cNvPr id="99" name="Google Shape;1149;p64">
            <a:extLst>
              <a:ext uri="{FF2B5EF4-FFF2-40B4-BE49-F238E27FC236}">
                <a16:creationId xmlns:a16="http://schemas.microsoft.com/office/drawing/2014/main" id="{B49908F8-20EE-CF2D-84C9-4F506BFCDA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741203" y="3445406"/>
            <a:ext cx="308320" cy="308320"/>
            <a:chOff x="4027450" y="4262300"/>
            <a:chExt cx="58000" cy="58000"/>
          </a:xfrm>
          <a:solidFill>
            <a:schemeClr val="tx1"/>
          </a:solidFill>
        </p:grpSpPr>
        <p:sp>
          <p:nvSpPr>
            <p:cNvPr id="100" name="Google Shape;1150;p64">
              <a:extLst>
                <a:ext uri="{FF2B5EF4-FFF2-40B4-BE49-F238E27FC236}">
                  <a16:creationId xmlns:a16="http://schemas.microsoft.com/office/drawing/2014/main" id="{117A7088-27FC-E4EE-F175-5916B2A7F384}"/>
                </a:ext>
              </a:extLst>
            </p:cNvPr>
            <p:cNvSpPr/>
            <p:nvPr/>
          </p:nvSpPr>
          <p:spPr>
            <a:xfrm>
              <a:off x="4027450" y="4262300"/>
              <a:ext cx="58000" cy="58000"/>
            </a:xfrm>
            <a:custGeom>
              <a:avLst/>
              <a:gdLst/>
              <a:ahLst/>
              <a:cxnLst/>
              <a:rect l="l" t="t" r="r" b="b"/>
              <a:pathLst>
                <a:path w="2320" h="2320" extrusionOk="0">
                  <a:moveTo>
                    <a:pt x="1156" y="1"/>
                  </a:moveTo>
                  <a:cubicBezTo>
                    <a:pt x="734" y="1"/>
                    <a:pt x="363" y="229"/>
                    <a:pt x="161" y="574"/>
                  </a:cubicBezTo>
                  <a:lnTo>
                    <a:pt x="161" y="389"/>
                  </a:lnTo>
                  <a:cubicBezTo>
                    <a:pt x="161" y="347"/>
                    <a:pt x="127" y="313"/>
                    <a:pt x="76" y="313"/>
                  </a:cubicBezTo>
                  <a:cubicBezTo>
                    <a:pt x="34" y="313"/>
                    <a:pt x="1" y="347"/>
                    <a:pt x="1" y="389"/>
                  </a:cubicBezTo>
                  <a:lnTo>
                    <a:pt x="1" y="785"/>
                  </a:lnTo>
                  <a:cubicBezTo>
                    <a:pt x="1" y="844"/>
                    <a:pt x="51" y="895"/>
                    <a:pt x="110" y="895"/>
                  </a:cubicBezTo>
                  <a:lnTo>
                    <a:pt x="498" y="895"/>
                  </a:lnTo>
                  <a:cubicBezTo>
                    <a:pt x="549" y="895"/>
                    <a:pt x="582" y="861"/>
                    <a:pt x="582" y="810"/>
                  </a:cubicBezTo>
                  <a:cubicBezTo>
                    <a:pt x="582" y="768"/>
                    <a:pt x="549" y="735"/>
                    <a:pt x="498" y="735"/>
                  </a:cubicBezTo>
                  <a:lnTo>
                    <a:pt x="254" y="735"/>
                  </a:lnTo>
                  <a:cubicBezTo>
                    <a:pt x="414" y="389"/>
                    <a:pt x="760" y="153"/>
                    <a:pt x="1156" y="153"/>
                  </a:cubicBezTo>
                  <a:cubicBezTo>
                    <a:pt x="1712" y="153"/>
                    <a:pt x="2159" y="600"/>
                    <a:pt x="2159" y="1156"/>
                  </a:cubicBezTo>
                  <a:cubicBezTo>
                    <a:pt x="2159" y="1713"/>
                    <a:pt x="1712" y="2160"/>
                    <a:pt x="1156" y="2160"/>
                  </a:cubicBezTo>
                  <a:cubicBezTo>
                    <a:pt x="616" y="2160"/>
                    <a:pt x="169" y="1721"/>
                    <a:pt x="161" y="1181"/>
                  </a:cubicBezTo>
                  <a:cubicBezTo>
                    <a:pt x="161" y="1139"/>
                    <a:pt x="119" y="1106"/>
                    <a:pt x="76" y="1106"/>
                  </a:cubicBezTo>
                  <a:cubicBezTo>
                    <a:pt x="34" y="1106"/>
                    <a:pt x="1" y="1139"/>
                    <a:pt x="1" y="1181"/>
                  </a:cubicBezTo>
                  <a:cubicBezTo>
                    <a:pt x="17" y="1814"/>
                    <a:pt x="532" y="2320"/>
                    <a:pt x="1156" y="2320"/>
                  </a:cubicBezTo>
                  <a:cubicBezTo>
                    <a:pt x="1797" y="2320"/>
                    <a:pt x="2320" y="1797"/>
                    <a:pt x="2320" y="1156"/>
                  </a:cubicBezTo>
                  <a:cubicBezTo>
                    <a:pt x="2320" y="515"/>
                    <a:pt x="1797" y="1"/>
                    <a:pt x="1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  <p:sp>
          <p:nvSpPr>
            <p:cNvPr id="101" name="Google Shape;1151;p64">
              <a:extLst>
                <a:ext uri="{FF2B5EF4-FFF2-40B4-BE49-F238E27FC236}">
                  <a16:creationId xmlns:a16="http://schemas.microsoft.com/office/drawing/2014/main" id="{A0781A4E-647D-F217-BDC0-B41D610C450D}"/>
                </a:ext>
              </a:extLst>
            </p:cNvPr>
            <p:cNvSpPr/>
            <p:nvPr/>
          </p:nvSpPr>
          <p:spPr>
            <a:xfrm>
              <a:off x="4053800" y="4276650"/>
              <a:ext cx="13525" cy="23825"/>
            </a:xfrm>
            <a:custGeom>
              <a:avLst/>
              <a:gdLst/>
              <a:ahLst/>
              <a:cxnLst/>
              <a:rect l="l" t="t" r="r" b="b"/>
              <a:pathLst>
                <a:path w="541" h="953" extrusionOk="0">
                  <a:moveTo>
                    <a:pt x="77" y="0"/>
                  </a:moveTo>
                  <a:cubicBezTo>
                    <a:pt x="34" y="0"/>
                    <a:pt x="1" y="42"/>
                    <a:pt x="1" y="85"/>
                  </a:cubicBezTo>
                  <a:lnTo>
                    <a:pt x="1" y="658"/>
                  </a:lnTo>
                  <a:cubicBezTo>
                    <a:pt x="1" y="692"/>
                    <a:pt x="18" y="717"/>
                    <a:pt x="43" y="734"/>
                  </a:cubicBezTo>
                  <a:lnTo>
                    <a:pt x="405" y="945"/>
                  </a:lnTo>
                  <a:cubicBezTo>
                    <a:pt x="419" y="950"/>
                    <a:pt x="433" y="953"/>
                    <a:pt x="447" y="953"/>
                  </a:cubicBezTo>
                  <a:cubicBezTo>
                    <a:pt x="476" y="953"/>
                    <a:pt x="504" y="940"/>
                    <a:pt x="515" y="911"/>
                  </a:cubicBezTo>
                  <a:cubicBezTo>
                    <a:pt x="540" y="877"/>
                    <a:pt x="524" y="827"/>
                    <a:pt x="490" y="801"/>
                  </a:cubicBezTo>
                  <a:lnTo>
                    <a:pt x="161" y="616"/>
                  </a:lnTo>
                  <a:lnTo>
                    <a:pt x="161" y="85"/>
                  </a:lnTo>
                  <a:cubicBezTo>
                    <a:pt x="161" y="42"/>
                    <a:pt x="127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8025494B-A5AC-F807-1771-3775E81D399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09304" y="3502616"/>
            <a:ext cx="1991434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Frequency of Interaction</a:t>
            </a:r>
          </a:p>
        </p:txBody>
      </p:sp>
      <p:grpSp>
        <p:nvGrpSpPr>
          <p:cNvPr id="96" name="Google Shape;1152;p64">
            <a:extLst>
              <a:ext uri="{FF2B5EF4-FFF2-40B4-BE49-F238E27FC236}">
                <a16:creationId xmlns:a16="http://schemas.microsoft.com/office/drawing/2014/main" id="{BCF74726-4BFD-C30A-6CAE-817B111F46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743772" y="4337860"/>
            <a:ext cx="308320" cy="308320"/>
            <a:chOff x="4196100" y="4262300"/>
            <a:chExt cx="58000" cy="58000"/>
          </a:xfrm>
          <a:solidFill>
            <a:schemeClr val="tx1"/>
          </a:solidFill>
        </p:grpSpPr>
        <p:sp>
          <p:nvSpPr>
            <p:cNvPr id="97" name="Google Shape;1153;p64">
              <a:extLst>
                <a:ext uri="{FF2B5EF4-FFF2-40B4-BE49-F238E27FC236}">
                  <a16:creationId xmlns:a16="http://schemas.microsoft.com/office/drawing/2014/main" id="{54D40549-20FA-03A4-9FBB-AA9619F563A5}"/>
                </a:ext>
              </a:extLst>
            </p:cNvPr>
            <p:cNvSpPr/>
            <p:nvPr/>
          </p:nvSpPr>
          <p:spPr>
            <a:xfrm>
              <a:off x="4196100" y="4262300"/>
              <a:ext cx="57375" cy="24325"/>
            </a:xfrm>
            <a:custGeom>
              <a:avLst/>
              <a:gdLst/>
              <a:ahLst/>
              <a:cxnLst/>
              <a:rect l="l" t="t" r="r" b="b"/>
              <a:pathLst>
                <a:path w="2295" h="973" extrusionOk="0">
                  <a:moveTo>
                    <a:pt x="1165" y="1"/>
                  </a:moveTo>
                  <a:cubicBezTo>
                    <a:pt x="735" y="1"/>
                    <a:pt x="364" y="229"/>
                    <a:pt x="161" y="574"/>
                  </a:cubicBezTo>
                  <a:lnTo>
                    <a:pt x="161" y="389"/>
                  </a:lnTo>
                  <a:cubicBezTo>
                    <a:pt x="161" y="347"/>
                    <a:pt x="127" y="313"/>
                    <a:pt x="77" y="313"/>
                  </a:cubicBezTo>
                  <a:cubicBezTo>
                    <a:pt x="35" y="313"/>
                    <a:pt x="1" y="347"/>
                    <a:pt x="1" y="389"/>
                  </a:cubicBezTo>
                  <a:lnTo>
                    <a:pt x="1" y="785"/>
                  </a:lnTo>
                  <a:cubicBezTo>
                    <a:pt x="1" y="844"/>
                    <a:pt x="51" y="895"/>
                    <a:pt x="111" y="895"/>
                  </a:cubicBezTo>
                  <a:lnTo>
                    <a:pt x="498" y="895"/>
                  </a:lnTo>
                  <a:cubicBezTo>
                    <a:pt x="549" y="895"/>
                    <a:pt x="583" y="861"/>
                    <a:pt x="583" y="810"/>
                  </a:cubicBezTo>
                  <a:cubicBezTo>
                    <a:pt x="583" y="768"/>
                    <a:pt x="549" y="735"/>
                    <a:pt x="498" y="735"/>
                  </a:cubicBezTo>
                  <a:lnTo>
                    <a:pt x="254" y="735"/>
                  </a:lnTo>
                  <a:cubicBezTo>
                    <a:pt x="414" y="389"/>
                    <a:pt x="760" y="153"/>
                    <a:pt x="1165" y="153"/>
                  </a:cubicBezTo>
                  <a:cubicBezTo>
                    <a:pt x="1628" y="153"/>
                    <a:pt x="2025" y="482"/>
                    <a:pt x="2134" y="912"/>
                  </a:cubicBezTo>
                  <a:cubicBezTo>
                    <a:pt x="2142" y="948"/>
                    <a:pt x="2175" y="972"/>
                    <a:pt x="2211" y="972"/>
                  </a:cubicBezTo>
                  <a:cubicBezTo>
                    <a:pt x="2216" y="972"/>
                    <a:pt x="2222" y="972"/>
                    <a:pt x="2227" y="971"/>
                  </a:cubicBezTo>
                  <a:cubicBezTo>
                    <a:pt x="2269" y="962"/>
                    <a:pt x="2295" y="920"/>
                    <a:pt x="2286" y="878"/>
                  </a:cubicBezTo>
                  <a:cubicBezTo>
                    <a:pt x="2160" y="372"/>
                    <a:pt x="1704" y="1"/>
                    <a:pt x="11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  <p:sp>
          <p:nvSpPr>
            <p:cNvPr id="98" name="Google Shape;1154;p64">
              <a:extLst>
                <a:ext uri="{FF2B5EF4-FFF2-40B4-BE49-F238E27FC236}">
                  <a16:creationId xmlns:a16="http://schemas.microsoft.com/office/drawing/2014/main" id="{B90745B6-9086-4254-64E6-3EC72C04356F}"/>
                </a:ext>
              </a:extLst>
            </p:cNvPr>
            <p:cNvSpPr/>
            <p:nvPr/>
          </p:nvSpPr>
          <p:spPr>
            <a:xfrm>
              <a:off x="4196750" y="4295800"/>
              <a:ext cx="57350" cy="24500"/>
            </a:xfrm>
            <a:custGeom>
              <a:avLst/>
              <a:gdLst/>
              <a:ahLst/>
              <a:cxnLst/>
              <a:rect l="l" t="t" r="r" b="b"/>
              <a:pathLst>
                <a:path w="2294" h="980" extrusionOk="0">
                  <a:moveTo>
                    <a:pt x="84" y="0"/>
                  </a:moveTo>
                  <a:cubicBezTo>
                    <a:pt x="79" y="0"/>
                    <a:pt x="73" y="1"/>
                    <a:pt x="68" y="2"/>
                  </a:cubicBezTo>
                  <a:cubicBezTo>
                    <a:pt x="25" y="10"/>
                    <a:pt x="0" y="61"/>
                    <a:pt x="9" y="103"/>
                  </a:cubicBezTo>
                  <a:cubicBezTo>
                    <a:pt x="135" y="600"/>
                    <a:pt x="590" y="980"/>
                    <a:pt x="1139" y="980"/>
                  </a:cubicBezTo>
                  <a:cubicBezTo>
                    <a:pt x="1560" y="980"/>
                    <a:pt x="1931" y="744"/>
                    <a:pt x="2134" y="398"/>
                  </a:cubicBezTo>
                  <a:lnTo>
                    <a:pt x="2134" y="584"/>
                  </a:lnTo>
                  <a:cubicBezTo>
                    <a:pt x="2134" y="626"/>
                    <a:pt x="2167" y="659"/>
                    <a:pt x="2218" y="659"/>
                  </a:cubicBezTo>
                  <a:cubicBezTo>
                    <a:pt x="2260" y="659"/>
                    <a:pt x="2294" y="626"/>
                    <a:pt x="2294" y="584"/>
                  </a:cubicBezTo>
                  <a:lnTo>
                    <a:pt x="2294" y="187"/>
                  </a:lnTo>
                  <a:cubicBezTo>
                    <a:pt x="2294" y="128"/>
                    <a:pt x="2243" y="78"/>
                    <a:pt x="2193" y="78"/>
                  </a:cubicBezTo>
                  <a:lnTo>
                    <a:pt x="1796" y="78"/>
                  </a:lnTo>
                  <a:cubicBezTo>
                    <a:pt x="1746" y="78"/>
                    <a:pt x="1712" y="120"/>
                    <a:pt x="1712" y="162"/>
                  </a:cubicBezTo>
                  <a:cubicBezTo>
                    <a:pt x="1712" y="204"/>
                    <a:pt x="1746" y="238"/>
                    <a:pt x="1796" y="238"/>
                  </a:cubicBezTo>
                  <a:lnTo>
                    <a:pt x="2041" y="238"/>
                  </a:lnTo>
                  <a:cubicBezTo>
                    <a:pt x="1881" y="584"/>
                    <a:pt x="1535" y="820"/>
                    <a:pt x="1139" y="820"/>
                  </a:cubicBezTo>
                  <a:cubicBezTo>
                    <a:pt x="666" y="820"/>
                    <a:pt x="270" y="499"/>
                    <a:pt x="160" y="61"/>
                  </a:cubicBezTo>
                  <a:cubicBezTo>
                    <a:pt x="153" y="24"/>
                    <a:pt x="120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BA83AB6C-F915-5679-2B83-45F7A3B363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09303" y="4395070"/>
            <a:ext cx="1608449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Inner/Outer Loop</a:t>
            </a:r>
          </a:p>
        </p:txBody>
      </p:sp>
      <p:grpSp>
        <p:nvGrpSpPr>
          <p:cNvPr id="102" name="Google Shape;1407;p66">
            <a:extLst>
              <a:ext uri="{FF2B5EF4-FFF2-40B4-BE49-F238E27FC236}">
                <a16:creationId xmlns:a16="http://schemas.microsoft.com/office/drawing/2014/main" id="{8B39B225-01A5-47C0-BCCB-4D296B24DE4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3755594" y="5244293"/>
            <a:ext cx="280364" cy="280364"/>
            <a:chOff x="3192175" y="1097225"/>
            <a:chExt cx="52725" cy="52725"/>
          </a:xfrm>
          <a:solidFill>
            <a:schemeClr val="tx1"/>
          </a:solidFill>
        </p:grpSpPr>
        <p:sp>
          <p:nvSpPr>
            <p:cNvPr id="103" name="Google Shape;1408;p66">
              <a:extLst>
                <a:ext uri="{FF2B5EF4-FFF2-40B4-BE49-F238E27FC236}">
                  <a16:creationId xmlns:a16="http://schemas.microsoft.com/office/drawing/2014/main" id="{6AE0B611-4769-9E1D-F36A-EE7114E13212}"/>
                </a:ext>
              </a:extLst>
            </p:cNvPr>
            <p:cNvSpPr/>
            <p:nvPr/>
          </p:nvSpPr>
          <p:spPr>
            <a:xfrm>
              <a:off x="3201225" y="1113025"/>
              <a:ext cx="13525" cy="21150"/>
            </a:xfrm>
            <a:custGeom>
              <a:avLst/>
              <a:gdLst/>
              <a:ahLst/>
              <a:cxnLst/>
              <a:rect l="l" t="t" r="r" b="b"/>
              <a:pathLst>
                <a:path w="541" h="846" extrusionOk="0">
                  <a:moveTo>
                    <a:pt x="455" y="1"/>
                  </a:moveTo>
                  <a:cubicBezTo>
                    <a:pt x="435" y="1"/>
                    <a:pt x="414" y="9"/>
                    <a:pt x="397" y="26"/>
                  </a:cubicBezTo>
                  <a:lnTo>
                    <a:pt x="26" y="363"/>
                  </a:lnTo>
                  <a:cubicBezTo>
                    <a:pt x="9" y="380"/>
                    <a:pt x="1" y="397"/>
                    <a:pt x="1" y="422"/>
                  </a:cubicBezTo>
                  <a:cubicBezTo>
                    <a:pt x="1" y="448"/>
                    <a:pt x="9" y="464"/>
                    <a:pt x="26" y="481"/>
                  </a:cubicBezTo>
                  <a:lnTo>
                    <a:pt x="397" y="827"/>
                  </a:lnTo>
                  <a:cubicBezTo>
                    <a:pt x="413" y="839"/>
                    <a:pt x="432" y="845"/>
                    <a:pt x="451" y="845"/>
                  </a:cubicBezTo>
                  <a:cubicBezTo>
                    <a:pt x="473" y="845"/>
                    <a:pt x="493" y="837"/>
                    <a:pt x="507" y="819"/>
                  </a:cubicBezTo>
                  <a:cubicBezTo>
                    <a:pt x="541" y="785"/>
                    <a:pt x="541" y="734"/>
                    <a:pt x="507" y="709"/>
                  </a:cubicBezTo>
                  <a:lnTo>
                    <a:pt x="195" y="422"/>
                  </a:lnTo>
                  <a:lnTo>
                    <a:pt x="507" y="136"/>
                  </a:lnTo>
                  <a:cubicBezTo>
                    <a:pt x="541" y="110"/>
                    <a:pt x="541" y="60"/>
                    <a:pt x="507" y="26"/>
                  </a:cubicBezTo>
                  <a:cubicBezTo>
                    <a:pt x="494" y="9"/>
                    <a:pt x="475" y="1"/>
                    <a:pt x="4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" name="Google Shape;1409;p66">
              <a:extLst>
                <a:ext uri="{FF2B5EF4-FFF2-40B4-BE49-F238E27FC236}">
                  <a16:creationId xmlns:a16="http://schemas.microsoft.com/office/drawing/2014/main" id="{9ED492BD-D42F-286F-67D1-676E65E7308E}"/>
                </a:ext>
              </a:extLst>
            </p:cNvPr>
            <p:cNvSpPr/>
            <p:nvPr/>
          </p:nvSpPr>
          <p:spPr>
            <a:xfrm>
              <a:off x="3222100" y="1113025"/>
              <a:ext cx="13525" cy="21150"/>
            </a:xfrm>
            <a:custGeom>
              <a:avLst/>
              <a:gdLst/>
              <a:ahLst/>
              <a:cxnLst/>
              <a:rect l="l" t="t" r="r" b="b"/>
              <a:pathLst>
                <a:path w="541" h="846" extrusionOk="0">
                  <a:moveTo>
                    <a:pt x="86" y="1"/>
                  </a:moveTo>
                  <a:cubicBezTo>
                    <a:pt x="66" y="1"/>
                    <a:pt x="47" y="9"/>
                    <a:pt x="35" y="26"/>
                  </a:cubicBezTo>
                  <a:cubicBezTo>
                    <a:pt x="1" y="60"/>
                    <a:pt x="1" y="110"/>
                    <a:pt x="35" y="136"/>
                  </a:cubicBezTo>
                  <a:lnTo>
                    <a:pt x="347" y="422"/>
                  </a:lnTo>
                  <a:lnTo>
                    <a:pt x="35" y="709"/>
                  </a:lnTo>
                  <a:cubicBezTo>
                    <a:pt x="1" y="734"/>
                    <a:pt x="1" y="785"/>
                    <a:pt x="35" y="819"/>
                  </a:cubicBezTo>
                  <a:cubicBezTo>
                    <a:pt x="48" y="837"/>
                    <a:pt x="69" y="845"/>
                    <a:pt x="91" y="845"/>
                  </a:cubicBezTo>
                  <a:cubicBezTo>
                    <a:pt x="109" y="845"/>
                    <a:pt x="129" y="839"/>
                    <a:pt x="144" y="827"/>
                  </a:cubicBezTo>
                  <a:lnTo>
                    <a:pt x="515" y="481"/>
                  </a:lnTo>
                  <a:cubicBezTo>
                    <a:pt x="532" y="464"/>
                    <a:pt x="541" y="448"/>
                    <a:pt x="541" y="422"/>
                  </a:cubicBezTo>
                  <a:cubicBezTo>
                    <a:pt x="541" y="397"/>
                    <a:pt x="532" y="380"/>
                    <a:pt x="515" y="363"/>
                  </a:cubicBezTo>
                  <a:lnTo>
                    <a:pt x="144" y="26"/>
                  </a:lnTo>
                  <a:cubicBezTo>
                    <a:pt x="127" y="9"/>
                    <a:pt x="106" y="1"/>
                    <a:pt x="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" name="Google Shape;1410;p66">
              <a:extLst>
                <a:ext uri="{FF2B5EF4-FFF2-40B4-BE49-F238E27FC236}">
                  <a16:creationId xmlns:a16="http://schemas.microsoft.com/office/drawing/2014/main" id="{8F822E51-2FBE-3F54-3990-8CFAAD6FB23F}"/>
                </a:ext>
              </a:extLst>
            </p:cNvPr>
            <p:cNvSpPr/>
            <p:nvPr/>
          </p:nvSpPr>
          <p:spPr>
            <a:xfrm>
              <a:off x="3192175" y="1097225"/>
              <a:ext cx="52725" cy="52725"/>
            </a:xfrm>
            <a:custGeom>
              <a:avLst/>
              <a:gdLst/>
              <a:ahLst/>
              <a:cxnLst/>
              <a:rect l="l" t="t" r="r" b="b"/>
              <a:pathLst>
                <a:path w="2109" h="2109" extrusionOk="0">
                  <a:moveTo>
                    <a:pt x="0" y="186"/>
                  </a:moveTo>
                  <a:cubicBezTo>
                    <a:pt x="0" y="85"/>
                    <a:pt x="76" y="0"/>
                    <a:pt x="177" y="0"/>
                  </a:cubicBezTo>
                  <a:lnTo>
                    <a:pt x="1923" y="0"/>
                  </a:lnTo>
                  <a:cubicBezTo>
                    <a:pt x="2024" y="0"/>
                    <a:pt x="2109" y="85"/>
                    <a:pt x="2109" y="186"/>
                  </a:cubicBezTo>
                  <a:lnTo>
                    <a:pt x="2109" y="1923"/>
                  </a:lnTo>
                  <a:cubicBezTo>
                    <a:pt x="2109" y="2024"/>
                    <a:pt x="2024" y="2108"/>
                    <a:pt x="1923" y="2108"/>
                  </a:cubicBezTo>
                  <a:lnTo>
                    <a:pt x="177" y="2108"/>
                  </a:lnTo>
                  <a:cubicBezTo>
                    <a:pt x="76" y="2108"/>
                    <a:pt x="0" y="2024"/>
                    <a:pt x="0" y="1923"/>
                  </a:cubicBezTo>
                  <a:close/>
                  <a:moveTo>
                    <a:pt x="177" y="160"/>
                  </a:moveTo>
                  <a:cubicBezTo>
                    <a:pt x="169" y="160"/>
                    <a:pt x="152" y="169"/>
                    <a:pt x="152" y="186"/>
                  </a:cubicBezTo>
                  <a:lnTo>
                    <a:pt x="152" y="1923"/>
                  </a:lnTo>
                  <a:cubicBezTo>
                    <a:pt x="152" y="1940"/>
                    <a:pt x="169" y="1948"/>
                    <a:pt x="177" y="1948"/>
                  </a:cubicBezTo>
                  <a:lnTo>
                    <a:pt x="1923" y="1948"/>
                  </a:lnTo>
                  <a:cubicBezTo>
                    <a:pt x="1931" y="1948"/>
                    <a:pt x="1948" y="1940"/>
                    <a:pt x="1948" y="1923"/>
                  </a:cubicBezTo>
                  <a:lnTo>
                    <a:pt x="1948" y="186"/>
                  </a:lnTo>
                  <a:cubicBezTo>
                    <a:pt x="1948" y="169"/>
                    <a:pt x="1931" y="160"/>
                    <a:pt x="1923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56E26166-5E29-A2F2-288C-7046164C02A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4209304" y="5287525"/>
            <a:ext cx="1568123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Developer Canvas</a:t>
            </a:r>
          </a:p>
        </p:txBody>
      </p:sp>
    </p:spTree>
    <p:extLst>
      <p:ext uri="{BB962C8B-B14F-4D97-AF65-F5344CB8AC3E}">
        <p14:creationId xmlns:p14="http://schemas.microsoft.com/office/powerpoint/2010/main" val="200705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 advClick="0" advTm="0">
        <p:fade/>
      </p:transition>
    </mc:Choice>
    <mc:Fallback xmlns="">
      <p:transition spd="med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4" dur="700" spd="-100000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4" dur="700" spd="-100000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9" dur="700" spd="-100000" fill="hold"/>
                                        <p:tgtEl>
                                          <p:spTgt spid="7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64" dur="700" spd="-100000" fill="hold"/>
                                        <p:tgtEl>
                                          <p:spTgt spid="10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69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74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79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84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8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4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9" dur="700" spd="-1000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04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 animBg="1"/>
      <p:bldP spid="64" grpId="1" animBg="1"/>
      <p:bldP spid="65" grpId="0" animBg="1"/>
      <p:bldP spid="65" grpId="1" animBg="1"/>
      <p:bldP spid="66" grpId="0" animBg="1"/>
      <p:bldP spid="66" grpId="1" animBg="1"/>
      <p:bldP spid="2" grpId="0"/>
      <p:bldP spid="2" grpId="1"/>
      <p:bldP spid="63" grpId="0" animBg="1"/>
      <p:bldP spid="63" grpId="1" animBg="1"/>
      <p:bldP spid="95" grpId="0" animBg="1"/>
      <p:bldP spid="95" grpId="1" animBg="1"/>
      <p:bldP spid="67" grpId="0"/>
      <p:bldP spid="67" grpId="1"/>
      <p:bldP spid="12" grpId="0" animBg="1"/>
      <p:bldP spid="12" grpId="1" animBg="1"/>
      <p:bldP spid="13" grpId="0"/>
      <p:bldP spid="13" grpId="1"/>
      <p:bldP spid="14" grpId="0" animBg="1"/>
      <p:bldP spid="14" grpId="1" animBg="1"/>
      <p:bldP spid="15" grpId="0" animBg="1"/>
      <p:bldP spid="15" grpId="1" animBg="1"/>
      <p:bldP spid="16" grpId="0" animBg="1"/>
      <p:bldP spid="16" grpId="1" animBg="1"/>
      <p:bldP spid="17" grpId="0" animBg="1"/>
      <p:bldP spid="17" grpId="1" animBg="1"/>
      <p:bldP spid="68" grpId="0"/>
      <p:bldP spid="68" grpId="1"/>
      <p:bldP spid="69" grpId="0"/>
      <p:bldP spid="69" grpId="1"/>
      <p:bldP spid="70" grpId="0"/>
      <p:bldP spid="70" grpId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15AF89-9296-50D2-9E82-4CEFA26C4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D9E1545E-F863-C278-841B-4E6948C6DF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2551" y="2317693"/>
            <a:ext cx="7126897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F209D326-6C4A-8EFF-74DE-2E8EBD41433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2551" y="3210147"/>
            <a:ext cx="7126897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D1298A03-5769-EC80-7B6D-27F874D4C1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2551" y="4102601"/>
            <a:ext cx="7126897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ACAC4DA7-977F-48EF-E358-E5016E596D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532551" y="4995056"/>
            <a:ext cx="7126897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grpSp>
        <p:nvGrpSpPr>
          <p:cNvPr id="35" name="Google Shape;1674;p69" descr="GitHub Copilot / Code generation 2">
            <a:extLst>
              <a:ext uri="{FF2B5EF4-FFF2-40B4-BE49-F238E27FC236}">
                <a16:creationId xmlns:a16="http://schemas.microsoft.com/office/drawing/2014/main" id="{7EBAC4D9-0C74-9068-B5CF-116225C0E208}"/>
              </a:ext>
            </a:extLst>
          </p:cNvPr>
          <p:cNvGrpSpPr>
            <a:grpSpLocks noChangeAspect="1"/>
          </p:cNvGrpSpPr>
          <p:nvPr/>
        </p:nvGrpSpPr>
        <p:grpSpPr>
          <a:xfrm>
            <a:off x="2663200" y="550402"/>
            <a:ext cx="3346206" cy="424743"/>
            <a:chOff x="239425" y="2405825"/>
            <a:chExt cx="7135225" cy="901500"/>
          </a:xfrm>
          <a:solidFill>
            <a:schemeClr val="tx1"/>
          </a:solidFill>
        </p:grpSpPr>
        <p:sp>
          <p:nvSpPr>
            <p:cNvPr id="37" name="Google Shape;1675;p69">
              <a:extLst>
                <a:ext uri="{FF2B5EF4-FFF2-40B4-BE49-F238E27FC236}">
                  <a16:creationId xmlns:a16="http://schemas.microsoft.com/office/drawing/2014/main" id="{007E766A-9A26-7A85-5A19-C5633F0BF9DA}"/>
                </a:ext>
              </a:extLst>
            </p:cNvPr>
            <p:cNvSpPr/>
            <p:nvPr/>
          </p:nvSpPr>
          <p:spPr>
            <a:xfrm>
              <a:off x="603500" y="2903275"/>
              <a:ext cx="72850" cy="161250"/>
            </a:xfrm>
            <a:custGeom>
              <a:avLst/>
              <a:gdLst/>
              <a:ahLst/>
              <a:cxnLst/>
              <a:rect l="l" t="t" r="r" b="b"/>
              <a:pathLst>
                <a:path w="2914" h="6450" extrusionOk="0">
                  <a:moveTo>
                    <a:pt x="1457" y="1"/>
                  </a:moveTo>
                  <a:cubicBezTo>
                    <a:pt x="647" y="1"/>
                    <a:pt x="1" y="654"/>
                    <a:pt x="1" y="1457"/>
                  </a:cubicBezTo>
                  <a:lnTo>
                    <a:pt x="1" y="4994"/>
                  </a:lnTo>
                  <a:cubicBezTo>
                    <a:pt x="1" y="5796"/>
                    <a:pt x="647" y="6450"/>
                    <a:pt x="1457" y="6450"/>
                  </a:cubicBezTo>
                  <a:cubicBezTo>
                    <a:pt x="2259" y="6450"/>
                    <a:pt x="2913" y="5796"/>
                    <a:pt x="2913" y="4994"/>
                  </a:cubicBezTo>
                  <a:lnTo>
                    <a:pt x="2913" y="1457"/>
                  </a:lnTo>
                  <a:cubicBezTo>
                    <a:pt x="2913" y="654"/>
                    <a:pt x="2259" y="1"/>
                    <a:pt x="14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38" name="Google Shape;1676;p69">
              <a:extLst>
                <a:ext uri="{FF2B5EF4-FFF2-40B4-BE49-F238E27FC236}">
                  <a16:creationId xmlns:a16="http://schemas.microsoft.com/office/drawing/2014/main" id="{5F6BE78E-75D3-E021-C511-AC11F5556C89}"/>
                </a:ext>
              </a:extLst>
            </p:cNvPr>
            <p:cNvSpPr/>
            <p:nvPr/>
          </p:nvSpPr>
          <p:spPr>
            <a:xfrm>
              <a:off x="800975" y="2903275"/>
              <a:ext cx="72825" cy="161250"/>
            </a:xfrm>
            <a:custGeom>
              <a:avLst/>
              <a:gdLst/>
              <a:ahLst/>
              <a:cxnLst/>
              <a:rect l="l" t="t" r="r" b="b"/>
              <a:pathLst>
                <a:path w="2913" h="6450" extrusionOk="0">
                  <a:moveTo>
                    <a:pt x="1456" y="1"/>
                  </a:moveTo>
                  <a:cubicBezTo>
                    <a:pt x="654" y="1"/>
                    <a:pt x="0" y="654"/>
                    <a:pt x="0" y="1457"/>
                  </a:cubicBezTo>
                  <a:lnTo>
                    <a:pt x="0" y="4994"/>
                  </a:lnTo>
                  <a:cubicBezTo>
                    <a:pt x="0" y="5796"/>
                    <a:pt x="654" y="6450"/>
                    <a:pt x="1456" y="6450"/>
                  </a:cubicBezTo>
                  <a:cubicBezTo>
                    <a:pt x="2259" y="6450"/>
                    <a:pt x="2913" y="5796"/>
                    <a:pt x="2913" y="4994"/>
                  </a:cubicBezTo>
                  <a:lnTo>
                    <a:pt x="2913" y="1457"/>
                  </a:lnTo>
                  <a:cubicBezTo>
                    <a:pt x="2913" y="654"/>
                    <a:pt x="2259" y="1"/>
                    <a:pt x="14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39" name="Google Shape;1677;p69">
              <a:extLst>
                <a:ext uri="{FF2B5EF4-FFF2-40B4-BE49-F238E27FC236}">
                  <a16:creationId xmlns:a16="http://schemas.microsoft.com/office/drawing/2014/main" id="{4A6B317C-8F78-41C9-92C1-8D011A8E33F0}"/>
                </a:ext>
              </a:extLst>
            </p:cNvPr>
            <p:cNvSpPr/>
            <p:nvPr/>
          </p:nvSpPr>
          <p:spPr>
            <a:xfrm>
              <a:off x="239425" y="2405825"/>
              <a:ext cx="998275" cy="833325"/>
            </a:xfrm>
            <a:custGeom>
              <a:avLst/>
              <a:gdLst/>
              <a:ahLst/>
              <a:cxnLst/>
              <a:rect l="l" t="t" r="r" b="b"/>
              <a:pathLst>
                <a:path w="39931" h="33333" extrusionOk="0">
                  <a:moveTo>
                    <a:pt x="39797" y="24973"/>
                  </a:moveTo>
                  <a:cubicBezTo>
                    <a:pt x="38363" y="27463"/>
                    <a:pt x="30048" y="33332"/>
                    <a:pt x="19965" y="33332"/>
                  </a:cubicBezTo>
                  <a:cubicBezTo>
                    <a:pt x="9882" y="33332"/>
                    <a:pt x="1575" y="27463"/>
                    <a:pt x="141" y="24973"/>
                  </a:cubicBezTo>
                  <a:cubicBezTo>
                    <a:pt x="37" y="24795"/>
                    <a:pt x="0" y="24587"/>
                    <a:pt x="0" y="24379"/>
                  </a:cubicBezTo>
                  <a:lnTo>
                    <a:pt x="0" y="19951"/>
                  </a:lnTo>
                  <a:cubicBezTo>
                    <a:pt x="0" y="19765"/>
                    <a:pt x="30" y="19586"/>
                    <a:pt x="97" y="19416"/>
                  </a:cubicBezTo>
                  <a:cubicBezTo>
                    <a:pt x="721" y="17863"/>
                    <a:pt x="2341" y="15604"/>
                    <a:pt x="4429" y="14995"/>
                  </a:cubicBezTo>
                  <a:cubicBezTo>
                    <a:pt x="4711" y="14281"/>
                    <a:pt x="5120" y="13241"/>
                    <a:pt x="5506" y="12476"/>
                  </a:cubicBezTo>
                  <a:cubicBezTo>
                    <a:pt x="5439" y="11889"/>
                    <a:pt x="5417" y="11280"/>
                    <a:pt x="5417" y="10670"/>
                  </a:cubicBezTo>
                  <a:cubicBezTo>
                    <a:pt x="5417" y="8456"/>
                    <a:pt x="5885" y="6509"/>
                    <a:pt x="7297" y="5068"/>
                  </a:cubicBezTo>
                  <a:cubicBezTo>
                    <a:pt x="7958" y="4392"/>
                    <a:pt x="8775" y="3872"/>
                    <a:pt x="9749" y="3485"/>
                  </a:cubicBezTo>
                  <a:cubicBezTo>
                    <a:pt x="12074" y="1591"/>
                    <a:pt x="15388" y="0"/>
                    <a:pt x="19928" y="0"/>
                  </a:cubicBezTo>
                  <a:cubicBezTo>
                    <a:pt x="24476" y="0"/>
                    <a:pt x="27856" y="1591"/>
                    <a:pt x="30182" y="3485"/>
                  </a:cubicBezTo>
                  <a:cubicBezTo>
                    <a:pt x="31156" y="3872"/>
                    <a:pt x="31973" y="4392"/>
                    <a:pt x="32634" y="5068"/>
                  </a:cubicBezTo>
                  <a:cubicBezTo>
                    <a:pt x="34053" y="6509"/>
                    <a:pt x="34522" y="8456"/>
                    <a:pt x="34522" y="10670"/>
                  </a:cubicBezTo>
                  <a:cubicBezTo>
                    <a:pt x="34522" y="11280"/>
                    <a:pt x="34499" y="11889"/>
                    <a:pt x="34432" y="12476"/>
                  </a:cubicBezTo>
                  <a:cubicBezTo>
                    <a:pt x="34819" y="13241"/>
                    <a:pt x="35227" y="14281"/>
                    <a:pt x="35502" y="14995"/>
                  </a:cubicBezTo>
                  <a:cubicBezTo>
                    <a:pt x="37598" y="15604"/>
                    <a:pt x="39218" y="17863"/>
                    <a:pt x="39834" y="19416"/>
                  </a:cubicBezTo>
                  <a:cubicBezTo>
                    <a:pt x="39901" y="19586"/>
                    <a:pt x="39931" y="19765"/>
                    <a:pt x="39931" y="19951"/>
                  </a:cubicBezTo>
                  <a:lnTo>
                    <a:pt x="39931" y="24379"/>
                  </a:lnTo>
                  <a:cubicBezTo>
                    <a:pt x="39931" y="24587"/>
                    <a:pt x="39901" y="24795"/>
                    <a:pt x="39797" y="24973"/>
                  </a:cubicBezTo>
                  <a:close/>
                  <a:moveTo>
                    <a:pt x="21318" y="10128"/>
                  </a:moveTo>
                  <a:cubicBezTo>
                    <a:pt x="21251" y="9578"/>
                    <a:pt x="21214" y="9088"/>
                    <a:pt x="21214" y="8642"/>
                  </a:cubicBezTo>
                  <a:lnTo>
                    <a:pt x="21214" y="8612"/>
                  </a:lnTo>
                  <a:cubicBezTo>
                    <a:pt x="21214" y="7334"/>
                    <a:pt x="21496" y="6494"/>
                    <a:pt x="21942" y="5989"/>
                  </a:cubicBezTo>
                  <a:cubicBezTo>
                    <a:pt x="22514" y="5335"/>
                    <a:pt x="23681" y="4838"/>
                    <a:pt x="26155" y="5105"/>
                  </a:cubicBezTo>
                  <a:cubicBezTo>
                    <a:pt x="28659" y="5380"/>
                    <a:pt x="30056" y="5997"/>
                    <a:pt x="30851" y="6814"/>
                  </a:cubicBezTo>
                  <a:cubicBezTo>
                    <a:pt x="31624" y="7594"/>
                    <a:pt x="32025" y="8776"/>
                    <a:pt x="32025" y="10670"/>
                  </a:cubicBezTo>
                  <a:cubicBezTo>
                    <a:pt x="32025" y="12684"/>
                    <a:pt x="31735" y="13873"/>
                    <a:pt x="31096" y="14593"/>
                  </a:cubicBezTo>
                  <a:cubicBezTo>
                    <a:pt x="30487" y="15284"/>
                    <a:pt x="29291" y="15842"/>
                    <a:pt x="26675" y="15842"/>
                  </a:cubicBezTo>
                  <a:cubicBezTo>
                    <a:pt x="24669" y="15842"/>
                    <a:pt x="23517" y="15188"/>
                    <a:pt x="22782" y="14281"/>
                  </a:cubicBezTo>
                  <a:cubicBezTo>
                    <a:pt x="21986" y="13315"/>
                    <a:pt x="21548" y="11889"/>
                    <a:pt x="21318" y="10128"/>
                  </a:cubicBezTo>
                  <a:close/>
                  <a:moveTo>
                    <a:pt x="18613" y="10128"/>
                  </a:moveTo>
                  <a:cubicBezTo>
                    <a:pt x="18687" y="9578"/>
                    <a:pt x="18717" y="9088"/>
                    <a:pt x="18717" y="8642"/>
                  </a:cubicBezTo>
                  <a:lnTo>
                    <a:pt x="18717" y="8612"/>
                  </a:lnTo>
                  <a:cubicBezTo>
                    <a:pt x="18717" y="7334"/>
                    <a:pt x="18435" y="6494"/>
                    <a:pt x="17989" y="5989"/>
                  </a:cubicBezTo>
                  <a:cubicBezTo>
                    <a:pt x="17424" y="5335"/>
                    <a:pt x="16250" y="4838"/>
                    <a:pt x="13783" y="5105"/>
                  </a:cubicBezTo>
                  <a:cubicBezTo>
                    <a:pt x="11279" y="5380"/>
                    <a:pt x="9875" y="5997"/>
                    <a:pt x="9080" y="6814"/>
                  </a:cubicBezTo>
                  <a:cubicBezTo>
                    <a:pt x="8315" y="7594"/>
                    <a:pt x="7913" y="8776"/>
                    <a:pt x="7913" y="10670"/>
                  </a:cubicBezTo>
                  <a:cubicBezTo>
                    <a:pt x="7913" y="12684"/>
                    <a:pt x="8203" y="13873"/>
                    <a:pt x="8842" y="14593"/>
                  </a:cubicBezTo>
                  <a:cubicBezTo>
                    <a:pt x="9444" y="15284"/>
                    <a:pt x="10640" y="15842"/>
                    <a:pt x="13256" y="15842"/>
                  </a:cubicBezTo>
                  <a:cubicBezTo>
                    <a:pt x="15269" y="15842"/>
                    <a:pt x="16421" y="15188"/>
                    <a:pt x="17157" y="14281"/>
                  </a:cubicBezTo>
                  <a:cubicBezTo>
                    <a:pt x="17944" y="13315"/>
                    <a:pt x="18390" y="11889"/>
                    <a:pt x="18613" y="10128"/>
                  </a:cubicBezTo>
                  <a:close/>
                  <a:moveTo>
                    <a:pt x="20255" y="15009"/>
                  </a:moveTo>
                  <a:lnTo>
                    <a:pt x="20129" y="15009"/>
                  </a:lnTo>
                  <a:cubicBezTo>
                    <a:pt x="19980" y="15009"/>
                    <a:pt x="19750" y="15009"/>
                    <a:pt x="19683" y="15009"/>
                  </a:cubicBezTo>
                  <a:cubicBezTo>
                    <a:pt x="19505" y="15307"/>
                    <a:pt x="19312" y="15589"/>
                    <a:pt x="19089" y="15857"/>
                  </a:cubicBezTo>
                  <a:cubicBezTo>
                    <a:pt x="17811" y="17432"/>
                    <a:pt x="15901" y="18338"/>
                    <a:pt x="13256" y="18338"/>
                  </a:cubicBezTo>
                  <a:cubicBezTo>
                    <a:pt x="10388" y="18338"/>
                    <a:pt x="8285" y="17744"/>
                    <a:pt x="6970" y="16243"/>
                  </a:cubicBezTo>
                  <a:cubicBezTo>
                    <a:pt x="6895" y="16161"/>
                    <a:pt x="6829" y="16072"/>
                    <a:pt x="6829" y="16072"/>
                  </a:cubicBezTo>
                  <a:lnTo>
                    <a:pt x="6665" y="16243"/>
                  </a:lnTo>
                  <a:lnTo>
                    <a:pt x="6665" y="27195"/>
                  </a:lnTo>
                  <a:cubicBezTo>
                    <a:pt x="9050" y="28488"/>
                    <a:pt x="14170" y="30821"/>
                    <a:pt x="19965" y="30821"/>
                  </a:cubicBezTo>
                  <a:cubicBezTo>
                    <a:pt x="25761" y="30821"/>
                    <a:pt x="30888" y="28488"/>
                    <a:pt x="33273" y="27195"/>
                  </a:cubicBezTo>
                  <a:lnTo>
                    <a:pt x="33273" y="16243"/>
                  </a:lnTo>
                  <a:lnTo>
                    <a:pt x="33110" y="16072"/>
                  </a:lnTo>
                  <a:cubicBezTo>
                    <a:pt x="33110" y="16072"/>
                    <a:pt x="33058" y="16146"/>
                    <a:pt x="32969" y="16243"/>
                  </a:cubicBezTo>
                  <a:cubicBezTo>
                    <a:pt x="31646" y="17744"/>
                    <a:pt x="29543" y="18338"/>
                    <a:pt x="26675" y="18338"/>
                  </a:cubicBezTo>
                  <a:cubicBezTo>
                    <a:pt x="24037" y="18338"/>
                    <a:pt x="22120" y="17432"/>
                    <a:pt x="20842" y="15857"/>
                  </a:cubicBezTo>
                  <a:cubicBezTo>
                    <a:pt x="20627" y="15589"/>
                    <a:pt x="20434" y="15307"/>
                    <a:pt x="20255" y="150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4" name="Google Shape;1678;p69">
              <a:extLst>
                <a:ext uri="{FF2B5EF4-FFF2-40B4-BE49-F238E27FC236}">
                  <a16:creationId xmlns:a16="http://schemas.microsoft.com/office/drawing/2014/main" id="{436B3FA9-7268-C643-8BB6-D47CCAECF7C3}"/>
                </a:ext>
              </a:extLst>
            </p:cNvPr>
            <p:cNvSpPr/>
            <p:nvPr/>
          </p:nvSpPr>
          <p:spPr>
            <a:xfrm>
              <a:off x="1456875" y="2479200"/>
              <a:ext cx="658000" cy="683600"/>
            </a:xfrm>
            <a:custGeom>
              <a:avLst/>
              <a:gdLst/>
              <a:ahLst/>
              <a:cxnLst/>
              <a:rect l="l" t="t" r="r" b="b"/>
              <a:pathLst>
                <a:path w="26320" h="27344" extrusionOk="0">
                  <a:moveTo>
                    <a:pt x="13472" y="0"/>
                  </a:moveTo>
                  <a:cubicBezTo>
                    <a:pt x="11443" y="0"/>
                    <a:pt x="9601" y="305"/>
                    <a:pt x="7944" y="922"/>
                  </a:cubicBezTo>
                  <a:cubicBezTo>
                    <a:pt x="6309" y="1531"/>
                    <a:pt x="4897" y="2415"/>
                    <a:pt x="3701" y="3589"/>
                  </a:cubicBezTo>
                  <a:cubicBezTo>
                    <a:pt x="2527" y="4763"/>
                    <a:pt x="1613" y="6190"/>
                    <a:pt x="952" y="7869"/>
                  </a:cubicBezTo>
                  <a:cubicBezTo>
                    <a:pt x="320" y="9556"/>
                    <a:pt x="1" y="11480"/>
                    <a:pt x="1" y="13657"/>
                  </a:cubicBezTo>
                  <a:cubicBezTo>
                    <a:pt x="1" y="15708"/>
                    <a:pt x="298" y="17573"/>
                    <a:pt x="877" y="19252"/>
                  </a:cubicBezTo>
                  <a:cubicBezTo>
                    <a:pt x="1487" y="20939"/>
                    <a:pt x="2356" y="22388"/>
                    <a:pt x="3478" y="23614"/>
                  </a:cubicBezTo>
                  <a:cubicBezTo>
                    <a:pt x="4622" y="24802"/>
                    <a:pt x="6019" y="25731"/>
                    <a:pt x="7654" y="26392"/>
                  </a:cubicBezTo>
                  <a:cubicBezTo>
                    <a:pt x="9289" y="27024"/>
                    <a:pt x="11139" y="27344"/>
                    <a:pt x="13212" y="27344"/>
                  </a:cubicBezTo>
                  <a:cubicBezTo>
                    <a:pt x="15188" y="27344"/>
                    <a:pt x="16987" y="27061"/>
                    <a:pt x="18592" y="26504"/>
                  </a:cubicBezTo>
                  <a:cubicBezTo>
                    <a:pt x="20204" y="25939"/>
                    <a:pt x="21586" y="25137"/>
                    <a:pt x="22730" y="24089"/>
                  </a:cubicBezTo>
                  <a:cubicBezTo>
                    <a:pt x="23875" y="23034"/>
                    <a:pt x="24759" y="21778"/>
                    <a:pt x="25368" y="20315"/>
                  </a:cubicBezTo>
                  <a:cubicBezTo>
                    <a:pt x="26000" y="18829"/>
                    <a:pt x="26319" y="17172"/>
                    <a:pt x="26319" y="15336"/>
                  </a:cubicBezTo>
                  <a:lnTo>
                    <a:pt x="26319" y="12773"/>
                  </a:lnTo>
                  <a:lnTo>
                    <a:pt x="13212" y="12773"/>
                  </a:lnTo>
                  <a:lnTo>
                    <a:pt x="13212" y="16837"/>
                  </a:lnTo>
                  <a:lnTo>
                    <a:pt x="20531" y="16837"/>
                  </a:lnTo>
                  <a:cubicBezTo>
                    <a:pt x="20434" y="17833"/>
                    <a:pt x="20152" y="18725"/>
                    <a:pt x="19691" y="19512"/>
                  </a:cubicBezTo>
                  <a:cubicBezTo>
                    <a:pt x="19104" y="20508"/>
                    <a:pt x="18265" y="21281"/>
                    <a:pt x="17165" y="21815"/>
                  </a:cubicBezTo>
                  <a:cubicBezTo>
                    <a:pt x="16095" y="22328"/>
                    <a:pt x="14809" y="22588"/>
                    <a:pt x="13323" y="22588"/>
                  </a:cubicBezTo>
                  <a:cubicBezTo>
                    <a:pt x="12179" y="22588"/>
                    <a:pt x="11139" y="22402"/>
                    <a:pt x="10210" y="22038"/>
                  </a:cubicBezTo>
                  <a:cubicBezTo>
                    <a:pt x="9311" y="21645"/>
                    <a:pt x="8531" y="21087"/>
                    <a:pt x="7869" y="20352"/>
                  </a:cubicBezTo>
                  <a:cubicBezTo>
                    <a:pt x="7216" y="19594"/>
                    <a:pt x="6710" y="18658"/>
                    <a:pt x="6369" y="17536"/>
                  </a:cubicBezTo>
                  <a:cubicBezTo>
                    <a:pt x="6027" y="16414"/>
                    <a:pt x="5856" y="15121"/>
                    <a:pt x="5856" y="13657"/>
                  </a:cubicBezTo>
                  <a:cubicBezTo>
                    <a:pt x="5856" y="11703"/>
                    <a:pt x="6160" y="10083"/>
                    <a:pt x="6770" y="8790"/>
                  </a:cubicBezTo>
                  <a:cubicBezTo>
                    <a:pt x="7409" y="7468"/>
                    <a:pt x="8300" y="6494"/>
                    <a:pt x="9445" y="5863"/>
                  </a:cubicBezTo>
                  <a:cubicBezTo>
                    <a:pt x="10589" y="5202"/>
                    <a:pt x="11934" y="4875"/>
                    <a:pt x="13472" y="4875"/>
                  </a:cubicBezTo>
                  <a:cubicBezTo>
                    <a:pt x="14616" y="4875"/>
                    <a:pt x="15642" y="5053"/>
                    <a:pt x="16548" y="5417"/>
                  </a:cubicBezTo>
                  <a:cubicBezTo>
                    <a:pt x="17447" y="5759"/>
                    <a:pt x="18190" y="6264"/>
                    <a:pt x="18777" y="6918"/>
                  </a:cubicBezTo>
                  <a:cubicBezTo>
                    <a:pt x="19387" y="7579"/>
                    <a:pt x="19788" y="8374"/>
                    <a:pt x="19988" y="9303"/>
                  </a:cubicBezTo>
                  <a:lnTo>
                    <a:pt x="25844" y="9303"/>
                  </a:lnTo>
                  <a:cubicBezTo>
                    <a:pt x="25650" y="7423"/>
                    <a:pt x="25011" y="5789"/>
                    <a:pt x="23941" y="4392"/>
                  </a:cubicBezTo>
                  <a:cubicBezTo>
                    <a:pt x="22886" y="3002"/>
                    <a:pt x="21474" y="1932"/>
                    <a:pt x="19691" y="1174"/>
                  </a:cubicBezTo>
                  <a:cubicBezTo>
                    <a:pt x="17938" y="394"/>
                    <a:pt x="15865" y="0"/>
                    <a:pt x="134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5" name="Google Shape;1679;p69">
              <a:extLst>
                <a:ext uri="{FF2B5EF4-FFF2-40B4-BE49-F238E27FC236}">
                  <a16:creationId xmlns:a16="http://schemas.microsoft.com/office/drawing/2014/main" id="{7C9525E2-F987-61E7-07F3-61B33B4AE69A}"/>
                </a:ext>
              </a:extLst>
            </p:cNvPr>
            <p:cNvSpPr/>
            <p:nvPr/>
          </p:nvSpPr>
          <p:spPr>
            <a:xfrm>
              <a:off x="2168900" y="2664025"/>
              <a:ext cx="134500" cy="490600"/>
            </a:xfrm>
            <a:custGeom>
              <a:avLst/>
              <a:gdLst/>
              <a:ahLst/>
              <a:cxnLst/>
              <a:rect l="l" t="t" r="r" b="b"/>
              <a:pathLst>
                <a:path w="5380" h="19624" extrusionOk="0">
                  <a:moveTo>
                    <a:pt x="0" y="0"/>
                  </a:moveTo>
                  <a:lnTo>
                    <a:pt x="0" y="19624"/>
                  </a:lnTo>
                  <a:lnTo>
                    <a:pt x="5380" y="19624"/>
                  </a:lnTo>
                  <a:lnTo>
                    <a:pt x="53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6" name="Google Shape;1680;p69">
              <a:extLst>
                <a:ext uri="{FF2B5EF4-FFF2-40B4-BE49-F238E27FC236}">
                  <a16:creationId xmlns:a16="http://schemas.microsoft.com/office/drawing/2014/main" id="{6BC2B2AD-0D07-57EB-1019-32D261ADF7CD}"/>
                </a:ext>
              </a:extLst>
            </p:cNvPr>
            <p:cNvSpPr/>
            <p:nvPr/>
          </p:nvSpPr>
          <p:spPr>
            <a:xfrm>
              <a:off x="2168900" y="2487550"/>
              <a:ext cx="134500" cy="113525"/>
            </a:xfrm>
            <a:custGeom>
              <a:avLst/>
              <a:gdLst/>
              <a:ahLst/>
              <a:cxnLst/>
              <a:rect l="l" t="t" r="r" b="b"/>
              <a:pathLst>
                <a:path w="5380" h="4541" extrusionOk="0">
                  <a:moveTo>
                    <a:pt x="0" y="1"/>
                  </a:moveTo>
                  <a:lnTo>
                    <a:pt x="0" y="4541"/>
                  </a:lnTo>
                  <a:lnTo>
                    <a:pt x="5380" y="4541"/>
                  </a:lnTo>
                  <a:lnTo>
                    <a:pt x="53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7" name="Google Shape;1681;p69">
              <a:extLst>
                <a:ext uri="{FF2B5EF4-FFF2-40B4-BE49-F238E27FC236}">
                  <a16:creationId xmlns:a16="http://schemas.microsoft.com/office/drawing/2014/main" id="{41FD6884-0222-DEFE-63AD-1A87958D74B5}"/>
                </a:ext>
              </a:extLst>
            </p:cNvPr>
            <p:cNvSpPr/>
            <p:nvPr/>
          </p:nvSpPr>
          <p:spPr>
            <a:xfrm>
              <a:off x="2340350" y="2517650"/>
              <a:ext cx="320275" cy="636975"/>
            </a:xfrm>
            <a:custGeom>
              <a:avLst/>
              <a:gdLst/>
              <a:ahLst/>
              <a:cxnLst/>
              <a:rect l="l" t="t" r="r" b="b"/>
              <a:pathLst>
                <a:path w="12811" h="25479" extrusionOk="0">
                  <a:moveTo>
                    <a:pt x="8858" y="0"/>
                  </a:moveTo>
                  <a:lnTo>
                    <a:pt x="3515" y="513"/>
                  </a:lnTo>
                  <a:lnTo>
                    <a:pt x="3515" y="5855"/>
                  </a:lnTo>
                  <a:lnTo>
                    <a:pt x="1" y="5855"/>
                  </a:lnTo>
                  <a:lnTo>
                    <a:pt x="1" y="10180"/>
                  </a:lnTo>
                  <a:lnTo>
                    <a:pt x="3515" y="10180"/>
                  </a:lnTo>
                  <a:lnTo>
                    <a:pt x="3515" y="20679"/>
                  </a:lnTo>
                  <a:cubicBezTo>
                    <a:pt x="3515" y="21660"/>
                    <a:pt x="3649" y="22514"/>
                    <a:pt x="3916" y="23242"/>
                  </a:cubicBezTo>
                  <a:cubicBezTo>
                    <a:pt x="4206" y="23948"/>
                    <a:pt x="4719" y="24498"/>
                    <a:pt x="5454" y="24892"/>
                  </a:cubicBezTo>
                  <a:cubicBezTo>
                    <a:pt x="6183" y="25278"/>
                    <a:pt x="7208" y="25479"/>
                    <a:pt x="8531" y="25479"/>
                  </a:cubicBezTo>
                  <a:lnTo>
                    <a:pt x="12811" y="25479"/>
                  </a:lnTo>
                  <a:lnTo>
                    <a:pt x="12811" y="21117"/>
                  </a:lnTo>
                  <a:lnTo>
                    <a:pt x="10433" y="21117"/>
                  </a:lnTo>
                  <a:cubicBezTo>
                    <a:pt x="9920" y="21117"/>
                    <a:pt x="9526" y="21021"/>
                    <a:pt x="9259" y="20827"/>
                  </a:cubicBezTo>
                  <a:cubicBezTo>
                    <a:pt x="8991" y="20634"/>
                    <a:pt x="8858" y="20240"/>
                    <a:pt x="8858" y="19653"/>
                  </a:cubicBezTo>
                  <a:lnTo>
                    <a:pt x="8858" y="10180"/>
                  </a:lnTo>
                  <a:lnTo>
                    <a:pt x="12811" y="10180"/>
                  </a:lnTo>
                  <a:lnTo>
                    <a:pt x="12811" y="5855"/>
                  </a:lnTo>
                  <a:lnTo>
                    <a:pt x="8858" y="5855"/>
                  </a:lnTo>
                  <a:lnTo>
                    <a:pt x="88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2" name="Google Shape;1682;p69">
              <a:extLst>
                <a:ext uri="{FF2B5EF4-FFF2-40B4-BE49-F238E27FC236}">
                  <a16:creationId xmlns:a16="http://schemas.microsoft.com/office/drawing/2014/main" id="{CC5F0CBC-080C-D803-31CC-BBBEAE0C7D48}"/>
                </a:ext>
              </a:extLst>
            </p:cNvPr>
            <p:cNvSpPr/>
            <p:nvPr/>
          </p:nvSpPr>
          <p:spPr>
            <a:xfrm>
              <a:off x="2712625" y="2487550"/>
              <a:ext cx="599275" cy="667075"/>
            </a:xfrm>
            <a:custGeom>
              <a:avLst/>
              <a:gdLst/>
              <a:ahLst/>
              <a:cxnLst/>
              <a:rect l="l" t="t" r="r" b="b"/>
              <a:pathLst>
                <a:path w="23971" h="26683" extrusionOk="0">
                  <a:moveTo>
                    <a:pt x="0" y="1"/>
                  </a:moveTo>
                  <a:lnTo>
                    <a:pt x="0" y="26683"/>
                  </a:lnTo>
                  <a:lnTo>
                    <a:pt x="5707" y="26683"/>
                  </a:lnTo>
                  <a:lnTo>
                    <a:pt x="5707" y="15589"/>
                  </a:lnTo>
                  <a:lnTo>
                    <a:pt x="18264" y="15589"/>
                  </a:lnTo>
                  <a:lnTo>
                    <a:pt x="18264" y="26683"/>
                  </a:lnTo>
                  <a:lnTo>
                    <a:pt x="23970" y="26683"/>
                  </a:lnTo>
                  <a:lnTo>
                    <a:pt x="23970" y="1"/>
                  </a:lnTo>
                  <a:lnTo>
                    <a:pt x="18264" y="1"/>
                  </a:lnTo>
                  <a:lnTo>
                    <a:pt x="18264" y="10723"/>
                  </a:lnTo>
                  <a:lnTo>
                    <a:pt x="5707" y="10723"/>
                  </a:lnTo>
                  <a:lnTo>
                    <a:pt x="57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3" name="Google Shape;1683;p69">
              <a:extLst>
                <a:ext uri="{FF2B5EF4-FFF2-40B4-BE49-F238E27FC236}">
                  <a16:creationId xmlns:a16="http://schemas.microsoft.com/office/drawing/2014/main" id="{008C5E3B-1534-AACF-94BA-FEDB593B0F10}"/>
                </a:ext>
              </a:extLst>
            </p:cNvPr>
            <p:cNvSpPr/>
            <p:nvPr/>
          </p:nvSpPr>
          <p:spPr>
            <a:xfrm>
              <a:off x="3371875" y="2664025"/>
              <a:ext cx="469450" cy="498775"/>
            </a:xfrm>
            <a:custGeom>
              <a:avLst/>
              <a:gdLst/>
              <a:ahLst/>
              <a:cxnLst/>
              <a:rect l="l" t="t" r="r" b="b"/>
              <a:pathLst>
                <a:path w="18778" h="19951" extrusionOk="0">
                  <a:moveTo>
                    <a:pt x="0" y="0"/>
                  </a:moveTo>
                  <a:lnTo>
                    <a:pt x="0" y="12231"/>
                  </a:lnTo>
                  <a:cubicBezTo>
                    <a:pt x="0" y="13888"/>
                    <a:pt x="253" y="15299"/>
                    <a:pt x="766" y="16473"/>
                  </a:cubicBezTo>
                  <a:cubicBezTo>
                    <a:pt x="1301" y="17617"/>
                    <a:pt x="2096" y="18487"/>
                    <a:pt x="3144" y="19074"/>
                  </a:cubicBezTo>
                  <a:cubicBezTo>
                    <a:pt x="4199" y="19661"/>
                    <a:pt x="5477" y="19951"/>
                    <a:pt x="6992" y="19951"/>
                  </a:cubicBezTo>
                  <a:cubicBezTo>
                    <a:pt x="8404" y="19951"/>
                    <a:pt x="9660" y="19624"/>
                    <a:pt x="10760" y="18962"/>
                  </a:cubicBezTo>
                  <a:cubicBezTo>
                    <a:pt x="11882" y="18279"/>
                    <a:pt x="12677" y="17305"/>
                    <a:pt x="13137" y="16035"/>
                  </a:cubicBezTo>
                  <a:lnTo>
                    <a:pt x="13397" y="16035"/>
                  </a:lnTo>
                  <a:lnTo>
                    <a:pt x="13613" y="19624"/>
                  </a:lnTo>
                  <a:lnTo>
                    <a:pt x="18777" y="19624"/>
                  </a:lnTo>
                  <a:lnTo>
                    <a:pt x="18777" y="0"/>
                  </a:lnTo>
                  <a:lnTo>
                    <a:pt x="13397" y="0"/>
                  </a:lnTo>
                  <a:lnTo>
                    <a:pt x="13397" y="10834"/>
                  </a:lnTo>
                  <a:cubicBezTo>
                    <a:pt x="13397" y="11688"/>
                    <a:pt x="13227" y="12483"/>
                    <a:pt x="12885" y="13219"/>
                  </a:cubicBezTo>
                  <a:cubicBezTo>
                    <a:pt x="12543" y="13925"/>
                    <a:pt x="12053" y="14497"/>
                    <a:pt x="11421" y="14935"/>
                  </a:cubicBezTo>
                  <a:cubicBezTo>
                    <a:pt x="10782" y="15374"/>
                    <a:pt x="10017" y="15596"/>
                    <a:pt x="9110" y="15596"/>
                  </a:cubicBezTo>
                  <a:cubicBezTo>
                    <a:pt x="8233" y="15596"/>
                    <a:pt x="7513" y="15411"/>
                    <a:pt x="6955" y="15047"/>
                  </a:cubicBezTo>
                  <a:cubicBezTo>
                    <a:pt x="6413" y="14653"/>
                    <a:pt x="6012" y="14103"/>
                    <a:pt x="5744" y="13397"/>
                  </a:cubicBezTo>
                  <a:cubicBezTo>
                    <a:pt x="5499" y="12691"/>
                    <a:pt x="5380" y="11822"/>
                    <a:pt x="5380" y="10797"/>
                  </a:cubicBezTo>
                  <a:lnTo>
                    <a:pt x="53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4" name="Google Shape;1684;p69">
              <a:extLst>
                <a:ext uri="{FF2B5EF4-FFF2-40B4-BE49-F238E27FC236}">
                  <a16:creationId xmlns:a16="http://schemas.microsoft.com/office/drawing/2014/main" id="{16A2DE5A-42F1-208D-AEDD-1278E51570FD}"/>
                </a:ext>
              </a:extLst>
            </p:cNvPr>
            <p:cNvSpPr/>
            <p:nvPr/>
          </p:nvSpPr>
          <p:spPr>
            <a:xfrm>
              <a:off x="3906125" y="2487550"/>
              <a:ext cx="493200" cy="676175"/>
            </a:xfrm>
            <a:custGeom>
              <a:avLst/>
              <a:gdLst/>
              <a:ahLst/>
              <a:cxnLst/>
              <a:rect l="l" t="t" r="r" b="b"/>
              <a:pathLst>
                <a:path w="19728" h="27047" extrusionOk="0">
                  <a:moveTo>
                    <a:pt x="11896" y="27047"/>
                  </a:moveTo>
                  <a:cubicBezTo>
                    <a:pt x="10893" y="27047"/>
                    <a:pt x="9979" y="26891"/>
                    <a:pt x="9147" y="26571"/>
                  </a:cubicBezTo>
                  <a:cubicBezTo>
                    <a:pt x="8322" y="26252"/>
                    <a:pt x="7602" y="25813"/>
                    <a:pt x="6992" y="25256"/>
                  </a:cubicBezTo>
                  <a:cubicBezTo>
                    <a:pt x="6405" y="24691"/>
                    <a:pt x="5967" y="24030"/>
                    <a:pt x="5670" y="23280"/>
                  </a:cubicBezTo>
                  <a:lnTo>
                    <a:pt x="5380" y="23280"/>
                  </a:lnTo>
                  <a:lnTo>
                    <a:pt x="5157" y="26683"/>
                  </a:lnTo>
                  <a:lnTo>
                    <a:pt x="0" y="26683"/>
                  </a:lnTo>
                  <a:lnTo>
                    <a:pt x="0" y="1"/>
                  </a:lnTo>
                  <a:lnTo>
                    <a:pt x="5380" y="1"/>
                  </a:lnTo>
                  <a:lnTo>
                    <a:pt x="5380" y="10462"/>
                  </a:lnTo>
                  <a:lnTo>
                    <a:pt x="5670" y="10462"/>
                  </a:lnTo>
                  <a:cubicBezTo>
                    <a:pt x="6115" y="9341"/>
                    <a:pt x="6881" y="8441"/>
                    <a:pt x="7980" y="7758"/>
                  </a:cubicBezTo>
                  <a:cubicBezTo>
                    <a:pt x="9080" y="7052"/>
                    <a:pt x="10380" y="6695"/>
                    <a:pt x="11896" y="6695"/>
                  </a:cubicBezTo>
                  <a:cubicBezTo>
                    <a:pt x="13063" y="6695"/>
                    <a:pt x="14125" y="6918"/>
                    <a:pt x="15076" y="7357"/>
                  </a:cubicBezTo>
                  <a:cubicBezTo>
                    <a:pt x="16057" y="7773"/>
                    <a:pt x="16882" y="8404"/>
                    <a:pt x="17566" y="9259"/>
                  </a:cubicBezTo>
                  <a:cubicBezTo>
                    <a:pt x="18279" y="10113"/>
                    <a:pt x="18814" y="11176"/>
                    <a:pt x="19178" y="12439"/>
                  </a:cubicBezTo>
                  <a:cubicBezTo>
                    <a:pt x="19542" y="13709"/>
                    <a:pt x="19728" y="15188"/>
                    <a:pt x="19728" y="16867"/>
                  </a:cubicBezTo>
                  <a:cubicBezTo>
                    <a:pt x="19728" y="19119"/>
                    <a:pt x="19401" y="20991"/>
                    <a:pt x="18740" y="22507"/>
                  </a:cubicBezTo>
                  <a:cubicBezTo>
                    <a:pt x="18108" y="24023"/>
                    <a:pt x="17187" y="25152"/>
                    <a:pt x="15990" y="25910"/>
                  </a:cubicBezTo>
                  <a:cubicBezTo>
                    <a:pt x="14824" y="26668"/>
                    <a:pt x="13457" y="27047"/>
                    <a:pt x="11896" y="27047"/>
                  </a:cubicBezTo>
                  <a:close/>
                  <a:moveTo>
                    <a:pt x="9845" y="22693"/>
                  </a:moveTo>
                  <a:cubicBezTo>
                    <a:pt x="10722" y="22693"/>
                    <a:pt x="11495" y="22485"/>
                    <a:pt x="12149" y="22068"/>
                  </a:cubicBezTo>
                  <a:cubicBezTo>
                    <a:pt x="12810" y="21630"/>
                    <a:pt x="13323" y="20984"/>
                    <a:pt x="13687" y="20129"/>
                  </a:cubicBezTo>
                  <a:cubicBezTo>
                    <a:pt x="14051" y="19275"/>
                    <a:pt x="14237" y="18190"/>
                    <a:pt x="14237" y="16867"/>
                  </a:cubicBezTo>
                  <a:cubicBezTo>
                    <a:pt x="14237" y="15872"/>
                    <a:pt x="14125" y="15002"/>
                    <a:pt x="13910" y="14274"/>
                  </a:cubicBezTo>
                  <a:cubicBezTo>
                    <a:pt x="13709" y="13539"/>
                    <a:pt x="13419" y="12944"/>
                    <a:pt x="13033" y="12476"/>
                  </a:cubicBezTo>
                  <a:cubicBezTo>
                    <a:pt x="12639" y="11993"/>
                    <a:pt x="12179" y="11636"/>
                    <a:pt x="11636" y="11421"/>
                  </a:cubicBezTo>
                  <a:cubicBezTo>
                    <a:pt x="11101" y="11176"/>
                    <a:pt x="10507" y="11049"/>
                    <a:pt x="9845" y="11049"/>
                  </a:cubicBezTo>
                  <a:cubicBezTo>
                    <a:pt x="8872" y="11049"/>
                    <a:pt x="8055" y="11280"/>
                    <a:pt x="7393" y="11748"/>
                  </a:cubicBezTo>
                  <a:cubicBezTo>
                    <a:pt x="6732" y="12209"/>
                    <a:pt x="6234" y="12810"/>
                    <a:pt x="5893" y="13539"/>
                  </a:cubicBezTo>
                  <a:cubicBezTo>
                    <a:pt x="5573" y="14274"/>
                    <a:pt x="5417" y="15062"/>
                    <a:pt x="5417" y="15916"/>
                  </a:cubicBezTo>
                  <a:lnTo>
                    <a:pt x="5417" y="17826"/>
                  </a:lnTo>
                  <a:cubicBezTo>
                    <a:pt x="5417" y="18651"/>
                    <a:pt x="5573" y="19431"/>
                    <a:pt x="5893" y="20166"/>
                  </a:cubicBezTo>
                  <a:cubicBezTo>
                    <a:pt x="6234" y="20894"/>
                    <a:pt x="6732" y="21504"/>
                    <a:pt x="7393" y="21994"/>
                  </a:cubicBezTo>
                  <a:cubicBezTo>
                    <a:pt x="8055" y="22462"/>
                    <a:pt x="8872" y="22693"/>
                    <a:pt x="9845" y="226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5" name="Google Shape;1685;p69">
              <a:extLst>
                <a:ext uri="{FF2B5EF4-FFF2-40B4-BE49-F238E27FC236}">
                  <a16:creationId xmlns:a16="http://schemas.microsoft.com/office/drawing/2014/main" id="{B8415747-0452-9DC0-8DD8-638106BE15DC}"/>
                </a:ext>
              </a:extLst>
            </p:cNvPr>
            <p:cNvSpPr/>
            <p:nvPr/>
          </p:nvSpPr>
          <p:spPr>
            <a:xfrm>
              <a:off x="4567800" y="2479200"/>
              <a:ext cx="638650" cy="683600"/>
            </a:xfrm>
            <a:custGeom>
              <a:avLst/>
              <a:gdLst/>
              <a:ahLst/>
              <a:cxnLst/>
              <a:rect l="l" t="t" r="r" b="b"/>
              <a:pathLst>
                <a:path w="25546" h="27344" extrusionOk="0">
                  <a:moveTo>
                    <a:pt x="13249" y="0"/>
                  </a:moveTo>
                  <a:cubicBezTo>
                    <a:pt x="11272" y="0"/>
                    <a:pt x="9467" y="320"/>
                    <a:pt x="7832" y="951"/>
                  </a:cubicBezTo>
                  <a:cubicBezTo>
                    <a:pt x="6219" y="1568"/>
                    <a:pt x="4830" y="2467"/>
                    <a:pt x="3656" y="3663"/>
                  </a:cubicBezTo>
                  <a:cubicBezTo>
                    <a:pt x="2482" y="4837"/>
                    <a:pt x="1583" y="6264"/>
                    <a:pt x="951" y="7943"/>
                  </a:cubicBezTo>
                  <a:cubicBezTo>
                    <a:pt x="312" y="9630"/>
                    <a:pt x="0" y="11532"/>
                    <a:pt x="0" y="13657"/>
                  </a:cubicBezTo>
                  <a:cubicBezTo>
                    <a:pt x="0" y="15804"/>
                    <a:pt x="312" y="17714"/>
                    <a:pt x="951" y="19401"/>
                  </a:cubicBezTo>
                  <a:cubicBezTo>
                    <a:pt x="1583" y="21087"/>
                    <a:pt x="2482" y="22521"/>
                    <a:pt x="3656" y="23718"/>
                  </a:cubicBezTo>
                  <a:cubicBezTo>
                    <a:pt x="4830" y="24892"/>
                    <a:pt x="6219" y="25791"/>
                    <a:pt x="7832" y="26430"/>
                  </a:cubicBezTo>
                  <a:cubicBezTo>
                    <a:pt x="9467" y="27039"/>
                    <a:pt x="11272" y="27344"/>
                    <a:pt x="13249" y="27344"/>
                  </a:cubicBezTo>
                  <a:cubicBezTo>
                    <a:pt x="15493" y="27344"/>
                    <a:pt x="17491" y="26950"/>
                    <a:pt x="19245" y="26170"/>
                  </a:cubicBezTo>
                  <a:cubicBezTo>
                    <a:pt x="21006" y="25389"/>
                    <a:pt x="22433" y="24290"/>
                    <a:pt x="23532" y="22878"/>
                  </a:cubicBezTo>
                  <a:cubicBezTo>
                    <a:pt x="24654" y="21466"/>
                    <a:pt x="25323" y="19802"/>
                    <a:pt x="25546" y="17900"/>
                  </a:cubicBezTo>
                  <a:lnTo>
                    <a:pt x="20605" y="17900"/>
                  </a:lnTo>
                  <a:cubicBezTo>
                    <a:pt x="20404" y="18947"/>
                    <a:pt x="19966" y="19876"/>
                    <a:pt x="19282" y="20679"/>
                  </a:cubicBezTo>
                  <a:cubicBezTo>
                    <a:pt x="18598" y="21466"/>
                    <a:pt x="17744" y="22076"/>
                    <a:pt x="16726" y="22514"/>
                  </a:cubicBezTo>
                  <a:cubicBezTo>
                    <a:pt x="15701" y="22952"/>
                    <a:pt x="14541" y="23168"/>
                    <a:pt x="13249" y="23168"/>
                  </a:cubicBezTo>
                  <a:cubicBezTo>
                    <a:pt x="11978" y="23168"/>
                    <a:pt x="10834" y="22975"/>
                    <a:pt x="9808" y="22588"/>
                  </a:cubicBezTo>
                  <a:cubicBezTo>
                    <a:pt x="8805" y="22172"/>
                    <a:pt x="7951" y="21563"/>
                    <a:pt x="7245" y="20753"/>
                  </a:cubicBezTo>
                  <a:cubicBezTo>
                    <a:pt x="6539" y="19950"/>
                    <a:pt x="5989" y="18962"/>
                    <a:pt x="5595" y="17788"/>
                  </a:cubicBezTo>
                  <a:cubicBezTo>
                    <a:pt x="5209" y="16592"/>
                    <a:pt x="5008" y="15217"/>
                    <a:pt x="5008" y="13657"/>
                  </a:cubicBezTo>
                  <a:cubicBezTo>
                    <a:pt x="5008" y="11606"/>
                    <a:pt x="5343" y="9875"/>
                    <a:pt x="5997" y="8456"/>
                  </a:cubicBezTo>
                  <a:cubicBezTo>
                    <a:pt x="6680" y="7044"/>
                    <a:pt x="7631" y="5982"/>
                    <a:pt x="8857" y="5276"/>
                  </a:cubicBezTo>
                  <a:cubicBezTo>
                    <a:pt x="10098" y="4540"/>
                    <a:pt x="11562" y="4176"/>
                    <a:pt x="13249" y="4176"/>
                  </a:cubicBezTo>
                  <a:cubicBezTo>
                    <a:pt x="14564" y="4176"/>
                    <a:pt x="15723" y="4392"/>
                    <a:pt x="16726" y="4837"/>
                  </a:cubicBezTo>
                  <a:cubicBezTo>
                    <a:pt x="17744" y="5276"/>
                    <a:pt x="18591" y="5885"/>
                    <a:pt x="19245" y="6665"/>
                  </a:cubicBezTo>
                  <a:cubicBezTo>
                    <a:pt x="19929" y="7445"/>
                    <a:pt x="20382" y="8359"/>
                    <a:pt x="20605" y="9407"/>
                  </a:cubicBezTo>
                  <a:lnTo>
                    <a:pt x="25546" y="9407"/>
                  </a:lnTo>
                  <a:cubicBezTo>
                    <a:pt x="25278" y="7505"/>
                    <a:pt x="24595" y="5863"/>
                    <a:pt x="23495" y="4466"/>
                  </a:cubicBezTo>
                  <a:cubicBezTo>
                    <a:pt x="22418" y="3054"/>
                    <a:pt x="21006" y="1955"/>
                    <a:pt x="19245" y="1174"/>
                  </a:cubicBezTo>
                  <a:cubicBezTo>
                    <a:pt x="17491" y="394"/>
                    <a:pt x="15493" y="0"/>
                    <a:pt x="132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6" name="Google Shape;1686;p69">
              <a:extLst>
                <a:ext uri="{FF2B5EF4-FFF2-40B4-BE49-F238E27FC236}">
                  <a16:creationId xmlns:a16="http://schemas.microsoft.com/office/drawing/2014/main" id="{87025A0A-7634-8BCD-4EBD-EA519BC7781F}"/>
                </a:ext>
              </a:extLst>
            </p:cNvPr>
            <p:cNvSpPr/>
            <p:nvPr/>
          </p:nvSpPr>
          <p:spPr>
            <a:xfrm>
              <a:off x="5225200" y="2658625"/>
              <a:ext cx="481325" cy="504175"/>
            </a:xfrm>
            <a:custGeom>
              <a:avLst/>
              <a:gdLst/>
              <a:ahLst/>
              <a:cxnLst/>
              <a:rect l="l" t="t" r="r" b="b"/>
              <a:pathLst>
                <a:path w="19253" h="20167" extrusionOk="0">
                  <a:moveTo>
                    <a:pt x="9660" y="20167"/>
                  </a:moveTo>
                  <a:cubicBezTo>
                    <a:pt x="8196" y="20167"/>
                    <a:pt x="6881" y="19944"/>
                    <a:pt x="5707" y="19505"/>
                  </a:cubicBezTo>
                  <a:cubicBezTo>
                    <a:pt x="4533" y="19045"/>
                    <a:pt x="3515" y="18376"/>
                    <a:pt x="2631" y="17492"/>
                  </a:cubicBezTo>
                  <a:cubicBezTo>
                    <a:pt x="1776" y="16615"/>
                    <a:pt x="1122" y="15552"/>
                    <a:pt x="654" y="14312"/>
                  </a:cubicBezTo>
                  <a:cubicBezTo>
                    <a:pt x="216" y="13063"/>
                    <a:pt x="0" y="11666"/>
                    <a:pt x="0" y="10099"/>
                  </a:cubicBezTo>
                  <a:cubicBezTo>
                    <a:pt x="0" y="8100"/>
                    <a:pt x="379" y="6346"/>
                    <a:pt x="1130" y="4831"/>
                  </a:cubicBezTo>
                  <a:cubicBezTo>
                    <a:pt x="1910" y="3315"/>
                    <a:pt x="3024" y="2133"/>
                    <a:pt x="4466" y="1279"/>
                  </a:cubicBezTo>
                  <a:cubicBezTo>
                    <a:pt x="5900" y="424"/>
                    <a:pt x="7631" y="1"/>
                    <a:pt x="9660" y="1"/>
                  </a:cubicBezTo>
                  <a:cubicBezTo>
                    <a:pt x="11101" y="1"/>
                    <a:pt x="12402" y="231"/>
                    <a:pt x="13576" y="692"/>
                  </a:cubicBezTo>
                  <a:cubicBezTo>
                    <a:pt x="14750" y="1160"/>
                    <a:pt x="15745" y="1829"/>
                    <a:pt x="16578" y="2706"/>
                  </a:cubicBezTo>
                  <a:cubicBezTo>
                    <a:pt x="17432" y="3590"/>
                    <a:pt x="18093" y="4645"/>
                    <a:pt x="18554" y="5893"/>
                  </a:cubicBezTo>
                  <a:cubicBezTo>
                    <a:pt x="19015" y="7112"/>
                    <a:pt x="19252" y="8516"/>
                    <a:pt x="19252" y="10099"/>
                  </a:cubicBezTo>
                  <a:cubicBezTo>
                    <a:pt x="19252" y="12075"/>
                    <a:pt x="18859" y="13821"/>
                    <a:pt x="18078" y="15337"/>
                  </a:cubicBezTo>
                  <a:cubicBezTo>
                    <a:pt x="17321" y="16845"/>
                    <a:pt x="16221" y="18034"/>
                    <a:pt x="14787" y="18889"/>
                  </a:cubicBezTo>
                  <a:cubicBezTo>
                    <a:pt x="13368" y="19736"/>
                    <a:pt x="11659" y="20167"/>
                    <a:pt x="9660" y="20167"/>
                  </a:cubicBezTo>
                  <a:close/>
                  <a:moveTo>
                    <a:pt x="9623" y="16399"/>
                  </a:moveTo>
                  <a:cubicBezTo>
                    <a:pt x="10626" y="16399"/>
                    <a:pt x="11503" y="16162"/>
                    <a:pt x="12260" y="15701"/>
                  </a:cubicBezTo>
                  <a:cubicBezTo>
                    <a:pt x="13018" y="15211"/>
                    <a:pt x="13598" y="14505"/>
                    <a:pt x="14014" y="13576"/>
                  </a:cubicBezTo>
                  <a:cubicBezTo>
                    <a:pt x="14430" y="12625"/>
                    <a:pt x="14638" y="11466"/>
                    <a:pt x="14638" y="10099"/>
                  </a:cubicBezTo>
                  <a:cubicBezTo>
                    <a:pt x="14638" y="9073"/>
                    <a:pt x="14519" y="8174"/>
                    <a:pt x="14274" y="7394"/>
                  </a:cubicBezTo>
                  <a:cubicBezTo>
                    <a:pt x="14051" y="6584"/>
                    <a:pt x="13724" y="5915"/>
                    <a:pt x="13286" y="5380"/>
                  </a:cubicBezTo>
                  <a:cubicBezTo>
                    <a:pt x="12847" y="4845"/>
                    <a:pt x="12320" y="4437"/>
                    <a:pt x="11711" y="4169"/>
                  </a:cubicBezTo>
                  <a:cubicBezTo>
                    <a:pt x="11101" y="3902"/>
                    <a:pt x="10418" y="3768"/>
                    <a:pt x="9660" y="3768"/>
                  </a:cubicBezTo>
                  <a:cubicBezTo>
                    <a:pt x="8657" y="3768"/>
                    <a:pt x="7773" y="4013"/>
                    <a:pt x="6985" y="4504"/>
                  </a:cubicBezTo>
                  <a:cubicBezTo>
                    <a:pt x="6234" y="4964"/>
                    <a:pt x="5647" y="5670"/>
                    <a:pt x="5231" y="6621"/>
                  </a:cubicBezTo>
                  <a:cubicBezTo>
                    <a:pt x="4815" y="7550"/>
                    <a:pt x="4607" y="8709"/>
                    <a:pt x="4607" y="10099"/>
                  </a:cubicBezTo>
                  <a:cubicBezTo>
                    <a:pt x="4607" y="11124"/>
                    <a:pt x="4719" y="12038"/>
                    <a:pt x="4942" y="12848"/>
                  </a:cubicBezTo>
                  <a:cubicBezTo>
                    <a:pt x="5179" y="13628"/>
                    <a:pt x="5521" y="14289"/>
                    <a:pt x="5967" y="14824"/>
                  </a:cubicBezTo>
                  <a:cubicBezTo>
                    <a:pt x="6405" y="15337"/>
                    <a:pt x="6925" y="15723"/>
                    <a:pt x="7535" y="15991"/>
                  </a:cubicBezTo>
                  <a:cubicBezTo>
                    <a:pt x="8174" y="16266"/>
                    <a:pt x="8865" y="16399"/>
                    <a:pt x="9623" y="163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7" name="Google Shape;1687;p69">
              <a:extLst>
                <a:ext uri="{FF2B5EF4-FFF2-40B4-BE49-F238E27FC236}">
                  <a16:creationId xmlns:a16="http://schemas.microsoft.com/office/drawing/2014/main" id="{E93EA3DA-0C3B-3771-A030-EC185FCFB7C4}"/>
                </a:ext>
              </a:extLst>
            </p:cNvPr>
            <p:cNvSpPr/>
            <p:nvPr/>
          </p:nvSpPr>
          <p:spPr>
            <a:xfrm>
              <a:off x="5743650" y="2658625"/>
              <a:ext cx="478550" cy="648700"/>
            </a:xfrm>
            <a:custGeom>
              <a:avLst/>
              <a:gdLst/>
              <a:ahLst/>
              <a:cxnLst/>
              <a:rect l="l" t="t" r="r" b="b"/>
              <a:pathLst>
                <a:path w="19142" h="25948" extrusionOk="0">
                  <a:moveTo>
                    <a:pt x="38" y="365"/>
                  </a:moveTo>
                  <a:lnTo>
                    <a:pt x="1" y="25947"/>
                  </a:lnTo>
                  <a:lnTo>
                    <a:pt x="4578" y="25947"/>
                  </a:lnTo>
                  <a:lnTo>
                    <a:pt x="4578" y="16251"/>
                  </a:lnTo>
                  <a:lnTo>
                    <a:pt x="4867" y="16251"/>
                  </a:lnTo>
                  <a:cubicBezTo>
                    <a:pt x="5187" y="17031"/>
                    <a:pt x="5640" y="17729"/>
                    <a:pt x="6227" y="18339"/>
                  </a:cubicBezTo>
                  <a:cubicBezTo>
                    <a:pt x="6836" y="18918"/>
                    <a:pt x="7565" y="19386"/>
                    <a:pt x="8419" y="19728"/>
                  </a:cubicBezTo>
                  <a:cubicBezTo>
                    <a:pt x="9274" y="20048"/>
                    <a:pt x="10225" y="20204"/>
                    <a:pt x="11272" y="20204"/>
                  </a:cubicBezTo>
                  <a:cubicBezTo>
                    <a:pt x="12833" y="20204"/>
                    <a:pt x="14207" y="19825"/>
                    <a:pt x="15374" y="19067"/>
                  </a:cubicBezTo>
                  <a:cubicBezTo>
                    <a:pt x="16570" y="18287"/>
                    <a:pt x="17499" y="17150"/>
                    <a:pt x="18153" y="15664"/>
                  </a:cubicBezTo>
                  <a:cubicBezTo>
                    <a:pt x="18814" y="14148"/>
                    <a:pt x="19141" y="12298"/>
                    <a:pt x="19141" y="10099"/>
                  </a:cubicBezTo>
                  <a:cubicBezTo>
                    <a:pt x="19141" y="8442"/>
                    <a:pt x="18948" y="6993"/>
                    <a:pt x="18562" y="5745"/>
                  </a:cubicBezTo>
                  <a:cubicBezTo>
                    <a:pt x="18190" y="4474"/>
                    <a:pt x="17655" y="3419"/>
                    <a:pt x="16949" y="2564"/>
                  </a:cubicBezTo>
                  <a:cubicBezTo>
                    <a:pt x="16266" y="1710"/>
                    <a:pt x="15433" y="1071"/>
                    <a:pt x="14460" y="662"/>
                  </a:cubicBezTo>
                  <a:cubicBezTo>
                    <a:pt x="13509" y="216"/>
                    <a:pt x="12446" y="1"/>
                    <a:pt x="11272" y="1"/>
                  </a:cubicBezTo>
                  <a:cubicBezTo>
                    <a:pt x="9690" y="1"/>
                    <a:pt x="8337" y="365"/>
                    <a:pt x="7215" y="1101"/>
                  </a:cubicBezTo>
                  <a:cubicBezTo>
                    <a:pt x="6116" y="1829"/>
                    <a:pt x="5336" y="2780"/>
                    <a:pt x="4867" y="3954"/>
                  </a:cubicBezTo>
                  <a:lnTo>
                    <a:pt x="4578" y="3954"/>
                  </a:lnTo>
                  <a:lnTo>
                    <a:pt x="4429" y="365"/>
                  </a:lnTo>
                  <a:close/>
                  <a:moveTo>
                    <a:pt x="12157" y="15775"/>
                  </a:moveTo>
                  <a:cubicBezTo>
                    <a:pt x="11421" y="16236"/>
                    <a:pt x="10567" y="16466"/>
                    <a:pt x="9593" y="16466"/>
                  </a:cubicBezTo>
                  <a:cubicBezTo>
                    <a:pt x="8761" y="16466"/>
                    <a:pt x="8033" y="16325"/>
                    <a:pt x="7394" y="16028"/>
                  </a:cubicBezTo>
                  <a:cubicBezTo>
                    <a:pt x="6784" y="15716"/>
                    <a:pt x="6272" y="15307"/>
                    <a:pt x="5856" y="14824"/>
                  </a:cubicBezTo>
                  <a:cubicBezTo>
                    <a:pt x="5469" y="14312"/>
                    <a:pt x="5165" y="13739"/>
                    <a:pt x="4942" y="13100"/>
                  </a:cubicBezTo>
                  <a:cubicBezTo>
                    <a:pt x="4749" y="12469"/>
                    <a:pt x="4652" y="11808"/>
                    <a:pt x="4652" y="11124"/>
                  </a:cubicBezTo>
                  <a:lnTo>
                    <a:pt x="4652" y="9073"/>
                  </a:lnTo>
                  <a:cubicBezTo>
                    <a:pt x="4652" y="8152"/>
                    <a:pt x="4838" y="7283"/>
                    <a:pt x="5202" y="6480"/>
                  </a:cubicBezTo>
                  <a:cubicBezTo>
                    <a:pt x="5566" y="5670"/>
                    <a:pt x="6116" y="5016"/>
                    <a:pt x="6844" y="4504"/>
                  </a:cubicBezTo>
                  <a:cubicBezTo>
                    <a:pt x="7579" y="3991"/>
                    <a:pt x="8493" y="3731"/>
                    <a:pt x="9593" y="3731"/>
                  </a:cubicBezTo>
                  <a:cubicBezTo>
                    <a:pt x="10567" y="3731"/>
                    <a:pt x="11421" y="3961"/>
                    <a:pt x="12157" y="4429"/>
                  </a:cubicBezTo>
                  <a:cubicBezTo>
                    <a:pt x="12885" y="4890"/>
                    <a:pt x="13449" y="5596"/>
                    <a:pt x="13836" y="6554"/>
                  </a:cubicBezTo>
                  <a:cubicBezTo>
                    <a:pt x="14252" y="7476"/>
                    <a:pt x="14460" y="8665"/>
                    <a:pt x="14460" y="10099"/>
                  </a:cubicBezTo>
                  <a:cubicBezTo>
                    <a:pt x="14460" y="11518"/>
                    <a:pt x="14252" y="12699"/>
                    <a:pt x="13836" y="13650"/>
                  </a:cubicBezTo>
                  <a:cubicBezTo>
                    <a:pt x="13449" y="14579"/>
                    <a:pt x="12885" y="15285"/>
                    <a:pt x="12157" y="157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8" name="Google Shape;1688;p69">
              <a:extLst>
                <a:ext uri="{FF2B5EF4-FFF2-40B4-BE49-F238E27FC236}">
                  <a16:creationId xmlns:a16="http://schemas.microsoft.com/office/drawing/2014/main" id="{25136613-DAAA-BE40-8BB9-79238EEF9CE7}"/>
                </a:ext>
              </a:extLst>
            </p:cNvPr>
            <p:cNvSpPr/>
            <p:nvPr/>
          </p:nvSpPr>
          <p:spPr>
            <a:xfrm>
              <a:off x="6268050" y="2667750"/>
              <a:ext cx="114450" cy="486875"/>
            </a:xfrm>
            <a:custGeom>
              <a:avLst/>
              <a:gdLst/>
              <a:ahLst/>
              <a:cxnLst/>
              <a:rect l="l" t="t" r="r" b="b"/>
              <a:pathLst>
                <a:path w="4578" h="19475" extrusionOk="0">
                  <a:moveTo>
                    <a:pt x="0" y="0"/>
                  </a:moveTo>
                  <a:lnTo>
                    <a:pt x="0" y="19475"/>
                  </a:lnTo>
                  <a:lnTo>
                    <a:pt x="4578" y="19475"/>
                  </a:lnTo>
                  <a:lnTo>
                    <a:pt x="45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9" name="Google Shape;1689;p69">
              <a:extLst>
                <a:ext uri="{FF2B5EF4-FFF2-40B4-BE49-F238E27FC236}">
                  <a16:creationId xmlns:a16="http://schemas.microsoft.com/office/drawing/2014/main" id="{AC11A0A4-2FDE-AE82-683C-73D16EEE9736}"/>
                </a:ext>
              </a:extLst>
            </p:cNvPr>
            <p:cNvSpPr/>
            <p:nvPr/>
          </p:nvSpPr>
          <p:spPr>
            <a:xfrm>
              <a:off x="6268050" y="2487550"/>
              <a:ext cx="114450" cy="111675"/>
            </a:xfrm>
            <a:custGeom>
              <a:avLst/>
              <a:gdLst/>
              <a:ahLst/>
              <a:cxnLst/>
              <a:rect l="l" t="t" r="r" b="b"/>
              <a:pathLst>
                <a:path w="4578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578" y="4466"/>
                  </a:lnTo>
                  <a:lnTo>
                    <a:pt x="45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0" name="Google Shape;1690;p69">
              <a:extLst>
                <a:ext uri="{FF2B5EF4-FFF2-40B4-BE49-F238E27FC236}">
                  <a16:creationId xmlns:a16="http://schemas.microsoft.com/office/drawing/2014/main" id="{FE073E6E-F431-D49A-EE86-58A46246D25C}"/>
                </a:ext>
              </a:extLst>
            </p:cNvPr>
            <p:cNvSpPr/>
            <p:nvPr/>
          </p:nvSpPr>
          <p:spPr>
            <a:xfrm>
              <a:off x="6441725" y="2487550"/>
              <a:ext cx="114275" cy="667075"/>
            </a:xfrm>
            <a:custGeom>
              <a:avLst/>
              <a:gdLst/>
              <a:ahLst/>
              <a:cxnLst/>
              <a:rect l="l" t="t" r="r" b="b"/>
              <a:pathLst>
                <a:path w="4571" h="26683" extrusionOk="0">
                  <a:moveTo>
                    <a:pt x="1" y="1"/>
                  </a:moveTo>
                  <a:lnTo>
                    <a:pt x="1" y="26683"/>
                  </a:lnTo>
                  <a:lnTo>
                    <a:pt x="4571" y="26683"/>
                  </a:lnTo>
                  <a:lnTo>
                    <a:pt x="45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1" name="Google Shape;1691;p69">
              <a:extLst>
                <a:ext uri="{FF2B5EF4-FFF2-40B4-BE49-F238E27FC236}">
                  <a16:creationId xmlns:a16="http://schemas.microsoft.com/office/drawing/2014/main" id="{6126692C-5CE0-3F74-7972-2761718F74DF}"/>
                </a:ext>
              </a:extLst>
            </p:cNvPr>
            <p:cNvSpPr/>
            <p:nvPr/>
          </p:nvSpPr>
          <p:spPr>
            <a:xfrm>
              <a:off x="6594250" y="2658625"/>
              <a:ext cx="481325" cy="504175"/>
            </a:xfrm>
            <a:custGeom>
              <a:avLst/>
              <a:gdLst/>
              <a:ahLst/>
              <a:cxnLst/>
              <a:rect l="l" t="t" r="r" b="b"/>
              <a:pathLst>
                <a:path w="19253" h="20167" extrusionOk="0">
                  <a:moveTo>
                    <a:pt x="9667" y="20167"/>
                  </a:moveTo>
                  <a:cubicBezTo>
                    <a:pt x="8203" y="20167"/>
                    <a:pt x="6881" y="19944"/>
                    <a:pt x="5714" y="19505"/>
                  </a:cubicBezTo>
                  <a:cubicBezTo>
                    <a:pt x="4540" y="19045"/>
                    <a:pt x="3515" y="18376"/>
                    <a:pt x="2638" y="17492"/>
                  </a:cubicBezTo>
                  <a:cubicBezTo>
                    <a:pt x="1784" y="16615"/>
                    <a:pt x="1122" y="15552"/>
                    <a:pt x="662" y="14312"/>
                  </a:cubicBezTo>
                  <a:cubicBezTo>
                    <a:pt x="223" y="13063"/>
                    <a:pt x="0" y="11666"/>
                    <a:pt x="0" y="10099"/>
                  </a:cubicBezTo>
                  <a:cubicBezTo>
                    <a:pt x="0" y="8100"/>
                    <a:pt x="379" y="6346"/>
                    <a:pt x="1137" y="4831"/>
                  </a:cubicBezTo>
                  <a:cubicBezTo>
                    <a:pt x="1917" y="3315"/>
                    <a:pt x="3024" y="2133"/>
                    <a:pt x="4466" y="1279"/>
                  </a:cubicBezTo>
                  <a:cubicBezTo>
                    <a:pt x="5907" y="424"/>
                    <a:pt x="7639" y="1"/>
                    <a:pt x="9667" y="1"/>
                  </a:cubicBezTo>
                  <a:cubicBezTo>
                    <a:pt x="11101" y="1"/>
                    <a:pt x="12409" y="231"/>
                    <a:pt x="13583" y="692"/>
                  </a:cubicBezTo>
                  <a:cubicBezTo>
                    <a:pt x="14750" y="1160"/>
                    <a:pt x="15753" y="1829"/>
                    <a:pt x="16585" y="2706"/>
                  </a:cubicBezTo>
                  <a:cubicBezTo>
                    <a:pt x="17439" y="3590"/>
                    <a:pt x="18093" y="4645"/>
                    <a:pt x="18561" y="5893"/>
                  </a:cubicBezTo>
                  <a:cubicBezTo>
                    <a:pt x="19022" y="7112"/>
                    <a:pt x="19252" y="8516"/>
                    <a:pt x="19252" y="10099"/>
                  </a:cubicBezTo>
                  <a:cubicBezTo>
                    <a:pt x="19252" y="12075"/>
                    <a:pt x="18866" y="13821"/>
                    <a:pt x="18086" y="15337"/>
                  </a:cubicBezTo>
                  <a:cubicBezTo>
                    <a:pt x="17328" y="16845"/>
                    <a:pt x="16228" y="18034"/>
                    <a:pt x="14787" y="18889"/>
                  </a:cubicBezTo>
                  <a:cubicBezTo>
                    <a:pt x="13375" y="19736"/>
                    <a:pt x="11666" y="20167"/>
                    <a:pt x="9667" y="20167"/>
                  </a:cubicBezTo>
                  <a:close/>
                  <a:moveTo>
                    <a:pt x="9630" y="16399"/>
                  </a:moveTo>
                  <a:cubicBezTo>
                    <a:pt x="10626" y="16399"/>
                    <a:pt x="11510" y="16162"/>
                    <a:pt x="12260" y="15701"/>
                  </a:cubicBezTo>
                  <a:cubicBezTo>
                    <a:pt x="13018" y="15211"/>
                    <a:pt x="13605" y="14505"/>
                    <a:pt x="14021" y="13576"/>
                  </a:cubicBezTo>
                  <a:cubicBezTo>
                    <a:pt x="14437" y="12625"/>
                    <a:pt x="14645" y="11466"/>
                    <a:pt x="14645" y="10099"/>
                  </a:cubicBezTo>
                  <a:cubicBezTo>
                    <a:pt x="14645" y="9073"/>
                    <a:pt x="14519" y="8174"/>
                    <a:pt x="14274" y="7394"/>
                  </a:cubicBezTo>
                  <a:cubicBezTo>
                    <a:pt x="14058" y="6584"/>
                    <a:pt x="13724" y="5915"/>
                    <a:pt x="13286" y="5380"/>
                  </a:cubicBezTo>
                  <a:cubicBezTo>
                    <a:pt x="12847" y="4845"/>
                    <a:pt x="12327" y="4437"/>
                    <a:pt x="11710" y="4169"/>
                  </a:cubicBezTo>
                  <a:cubicBezTo>
                    <a:pt x="11101" y="3902"/>
                    <a:pt x="10418" y="3768"/>
                    <a:pt x="9667" y="3768"/>
                  </a:cubicBezTo>
                  <a:cubicBezTo>
                    <a:pt x="8664" y="3768"/>
                    <a:pt x="7772" y="4013"/>
                    <a:pt x="6992" y="4504"/>
                  </a:cubicBezTo>
                  <a:cubicBezTo>
                    <a:pt x="6234" y="4964"/>
                    <a:pt x="5647" y="5670"/>
                    <a:pt x="5239" y="6621"/>
                  </a:cubicBezTo>
                  <a:cubicBezTo>
                    <a:pt x="4823" y="7550"/>
                    <a:pt x="4614" y="8709"/>
                    <a:pt x="4614" y="10099"/>
                  </a:cubicBezTo>
                  <a:cubicBezTo>
                    <a:pt x="4614" y="11124"/>
                    <a:pt x="4726" y="12038"/>
                    <a:pt x="4941" y="12848"/>
                  </a:cubicBezTo>
                  <a:cubicBezTo>
                    <a:pt x="5187" y="13628"/>
                    <a:pt x="5528" y="14289"/>
                    <a:pt x="5967" y="14824"/>
                  </a:cubicBezTo>
                  <a:cubicBezTo>
                    <a:pt x="6405" y="15337"/>
                    <a:pt x="6933" y="15723"/>
                    <a:pt x="7542" y="15991"/>
                  </a:cubicBezTo>
                  <a:cubicBezTo>
                    <a:pt x="8174" y="16266"/>
                    <a:pt x="8872" y="16399"/>
                    <a:pt x="9630" y="163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2" name="Google Shape;1692;p69">
              <a:extLst>
                <a:ext uri="{FF2B5EF4-FFF2-40B4-BE49-F238E27FC236}">
                  <a16:creationId xmlns:a16="http://schemas.microsoft.com/office/drawing/2014/main" id="{33521EC7-864F-A14C-36D8-DCF04BCC1DC5}"/>
                </a:ext>
              </a:extLst>
            </p:cNvPr>
            <p:cNvSpPr/>
            <p:nvPr/>
          </p:nvSpPr>
          <p:spPr>
            <a:xfrm>
              <a:off x="7068125" y="2518575"/>
              <a:ext cx="306525" cy="636050"/>
            </a:xfrm>
            <a:custGeom>
              <a:avLst/>
              <a:gdLst/>
              <a:ahLst/>
              <a:cxnLst/>
              <a:rect l="l" t="t" r="r" b="b"/>
              <a:pathLst>
                <a:path w="12261" h="25442" extrusionOk="0">
                  <a:moveTo>
                    <a:pt x="8122" y="1"/>
                  </a:moveTo>
                  <a:lnTo>
                    <a:pt x="3582" y="476"/>
                  </a:lnTo>
                  <a:lnTo>
                    <a:pt x="3582" y="5967"/>
                  </a:lnTo>
                  <a:lnTo>
                    <a:pt x="0" y="5967"/>
                  </a:lnTo>
                  <a:lnTo>
                    <a:pt x="0" y="9667"/>
                  </a:lnTo>
                  <a:lnTo>
                    <a:pt x="3582" y="9667"/>
                  </a:lnTo>
                  <a:lnTo>
                    <a:pt x="3582" y="21013"/>
                  </a:lnTo>
                  <a:cubicBezTo>
                    <a:pt x="3582" y="21935"/>
                    <a:pt x="3715" y="22730"/>
                    <a:pt x="3983" y="23391"/>
                  </a:cubicBezTo>
                  <a:cubicBezTo>
                    <a:pt x="4258" y="24045"/>
                    <a:pt x="4718" y="24557"/>
                    <a:pt x="5380" y="24929"/>
                  </a:cubicBezTo>
                  <a:cubicBezTo>
                    <a:pt x="6063" y="25271"/>
                    <a:pt x="7000" y="25442"/>
                    <a:pt x="8196" y="25442"/>
                  </a:cubicBezTo>
                  <a:lnTo>
                    <a:pt x="12260" y="25442"/>
                  </a:lnTo>
                  <a:lnTo>
                    <a:pt x="12260" y="21704"/>
                  </a:lnTo>
                  <a:lnTo>
                    <a:pt x="9771" y="21704"/>
                  </a:lnTo>
                  <a:cubicBezTo>
                    <a:pt x="9206" y="21704"/>
                    <a:pt x="8790" y="21608"/>
                    <a:pt x="8523" y="21414"/>
                  </a:cubicBezTo>
                  <a:cubicBezTo>
                    <a:pt x="8255" y="21192"/>
                    <a:pt x="8122" y="20775"/>
                    <a:pt x="8122" y="20166"/>
                  </a:cubicBezTo>
                  <a:lnTo>
                    <a:pt x="8122" y="9667"/>
                  </a:lnTo>
                  <a:lnTo>
                    <a:pt x="12260" y="9667"/>
                  </a:lnTo>
                  <a:lnTo>
                    <a:pt x="12260" y="5967"/>
                  </a:lnTo>
                  <a:lnTo>
                    <a:pt x="8122" y="5967"/>
                  </a:lnTo>
                  <a:lnTo>
                    <a:pt x="81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F50B00A-4D12-CD99-1E98-7A2D2B8A42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40480"/>
          <a:lstStyle/>
          <a:p>
            <a:pPr algn="ctr"/>
            <a:r>
              <a:rPr lang="en-US"/>
              <a:t>/ Code Generation</a:t>
            </a:r>
            <a:endParaRPr lang="en-CA"/>
          </a:p>
        </p:txBody>
      </p:sp>
      <p:sp>
        <p:nvSpPr>
          <p:cNvPr id="95" name="Google Shape;1087;p63">
            <a:extLst>
              <a:ext uri="{FF2B5EF4-FFF2-40B4-BE49-F238E27FC236}">
                <a16:creationId xmlns:a16="http://schemas.microsoft.com/office/drawing/2014/main" id="{EC65C855-EC3E-1A8A-0A15-8F35D639329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721602" y="2562979"/>
            <a:ext cx="288135" cy="288267"/>
          </a:xfrm>
          <a:custGeom>
            <a:avLst/>
            <a:gdLst/>
            <a:ahLst/>
            <a:cxnLst/>
            <a:rect l="l" t="t" r="r" b="b"/>
            <a:pathLst>
              <a:path w="2168" h="2169" extrusionOk="0">
                <a:moveTo>
                  <a:pt x="869" y="1"/>
                </a:moveTo>
                <a:cubicBezTo>
                  <a:pt x="389" y="1"/>
                  <a:pt x="1" y="389"/>
                  <a:pt x="1" y="870"/>
                </a:cubicBezTo>
                <a:cubicBezTo>
                  <a:pt x="1" y="1350"/>
                  <a:pt x="389" y="1738"/>
                  <a:pt x="869" y="1738"/>
                </a:cubicBezTo>
                <a:cubicBezTo>
                  <a:pt x="1080" y="1738"/>
                  <a:pt x="1274" y="1662"/>
                  <a:pt x="1426" y="1536"/>
                </a:cubicBezTo>
                <a:lnTo>
                  <a:pt x="2025" y="2134"/>
                </a:lnTo>
                <a:cubicBezTo>
                  <a:pt x="2050" y="2168"/>
                  <a:pt x="2100" y="2168"/>
                  <a:pt x="2134" y="2134"/>
                </a:cubicBezTo>
                <a:cubicBezTo>
                  <a:pt x="2168" y="2101"/>
                  <a:pt x="2168" y="2050"/>
                  <a:pt x="2134" y="2025"/>
                </a:cubicBezTo>
                <a:lnTo>
                  <a:pt x="1535" y="1426"/>
                </a:lnTo>
                <a:cubicBezTo>
                  <a:pt x="1662" y="1274"/>
                  <a:pt x="1738" y="1080"/>
                  <a:pt x="1738" y="870"/>
                </a:cubicBezTo>
                <a:cubicBezTo>
                  <a:pt x="1738" y="389"/>
                  <a:pt x="1350" y="1"/>
                  <a:pt x="869" y="1"/>
                </a:cubicBezTo>
                <a:close/>
                <a:moveTo>
                  <a:pt x="152" y="870"/>
                </a:moveTo>
                <a:cubicBezTo>
                  <a:pt x="152" y="473"/>
                  <a:pt x="473" y="153"/>
                  <a:pt x="869" y="153"/>
                </a:cubicBezTo>
                <a:cubicBezTo>
                  <a:pt x="1257" y="153"/>
                  <a:pt x="1578" y="473"/>
                  <a:pt x="1578" y="870"/>
                </a:cubicBezTo>
                <a:cubicBezTo>
                  <a:pt x="1578" y="1257"/>
                  <a:pt x="1257" y="1578"/>
                  <a:pt x="869" y="1578"/>
                </a:cubicBezTo>
                <a:cubicBezTo>
                  <a:pt x="473" y="1578"/>
                  <a:pt x="152" y="1257"/>
                  <a:pt x="152" y="8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a Sans" pitchFamily="2" charset="77"/>
              <a:cs typeface="Arial"/>
              <a:sym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FE2CCB35-F807-EE74-C09A-883DCC7D44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179610" y="2610163"/>
            <a:ext cx="1629316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Scope Of Changes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636B425-2652-182A-835F-2AC9227C7E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395697" y="1646337"/>
            <a:ext cx="1903479" cy="4462272"/>
          </a:xfrm>
          <a:prstGeom prst="roundRect">
            <a:avLst>
              <a:gd name="adj" fmla="val 13105"/>
            </a:avLst>
          </a:prstGeom>
          <a:solidFill>
            <a:schemeClr val="bg1">
              <a:lumMod val="85000"/>
            </a:schemeClr>
          </a:solidFill>
        </p:spPr>
        <p:txBody>
          <a:bodyPr wrap="none" lIns="137160" tIns="18288" rIns="137160" bIns="54864" rtlCol="0" anchor="ctr" anchorCtr="0">
            <a:noAutofit/>
          </a:bodyPr>
          <a:lstStyle/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400" b="1">
              <a:ln w="3175">
                <a:noFill/>
              </a:ln>
              <a:solidFill>
                <a:srgbClr val="FFFFFF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8004632-61D6-46E2-D998-66AE4D129866}"/>
              </a:ext>
            </a:extLst>
          </p:cNvPr>
          <p:cNvSpPr txBox="1"/>
          <p:nvPr/>
        </p:nvSpPr>
        <p:spPr>
          <a:xfrm>
            <a:off x="5547084" y="1824230"/>
            <a:ext cx="1600705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1600">
                <a:latin typeface="+mj-lt"/>
              </a:rPr>
              <a:t>Completions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A31E1C3B-6FBC-4342-72F1-FCE6388581BE}"/>
              </a:ext>
            </a:extLst>
          </p:cNvPr>
          <p:cNvSpPr/>
          <p:nvPr/>
        </p:nvSpPr>
        <p:spPr>
          <a:xfrm>
            <a:off x="5547084" y="2388869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Next Few Lines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CEA56D6-CF83-A7B1-8FFB-8DAFAA897F2E}"/>
              </a:ext>
            </a:extLst>
          </p:cNvPr>
          <p:cNvSpPr/>
          <p:nvPr/>
        </p:nvSpPr>
        <p:spPr>
          <a:xfrm>
            <a:off x="5547084" y="3281323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Hundreds of Milliseconds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B567E12-A578-DCF5-CC6E-E76B4613F585}"/>
              </a:ext>
            </a:extLst>
          </p:cNvPr>
          <p:cNvSpPr/>
          <p:nvPr/>
        </p:nvSpPr>
        <p:spPr>
          <a:xfrm>
            <a:off x="5538903" y="4173777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Inner Loop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4EE386D1-DA96-7530-72E4-4C5ADB7BE1AB}"/>
              </a:ext>
            </a:extLst>
          </p:cNvPr>
          <p:cNvSpPr/>
          <p:nvPr/>
        </p:nvSpPr>
        <p:spPr>
          <a:xfrm>
            <a:off x="5547084" y="5066232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VS Code (Editor)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2D8EBC55-8FB2-0CBD-BBBB-5E533A686C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7527572" y="1646337"/>
            <a:ext cx="1903479" cy="4462272"/>
          </a:xfrm>
          <a:prstGeom prst="roundRect">
            <a:avLst>
              <a:gd name="adj" fmla="val 13105"/>
            </a:avLst>
          </a:prstGeom>
          <a:gradFill flip="none" rotWithShape="1"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wrap="none" lIns="137160" tIns="18288" rIns="137160" bIns="54864" rtlCol="0" anchor="ctr" anchorCtr="0">
            <a:noAutofit/>
          </a:bodyPr>
          <a:lstStyle/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400" b="1">
              <a:ln w="3175">
                <a:noFill/>
              </a:ln>
              <a:solidFill>
                <a:srgbClr val="FFFFFF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22646DD-7C23-CB9C-72B0-F8B9FE9325DF}"/>
              </a:ext>
            </a:extLst>
          </p:cNvPr>
          <p:cNvSpPr txBox="1"/>
          <p:nvPr/>
        </p:nvSpPr>
        <p:spPr>
          <a:xfrm>
            <a:off x="7678959" y="1824230"/>
            <a:ext cx="1600705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1600">
                <a:latin typeface="+mj-lt"/>
              </a:rPr>
              <a:t>Chat/Edits</a:t>
            </a:r>
          </a:p>
        </p:txBody>
      </p:sp>
      <p:sp>
        <p:nvSpPr>
          <p:cNvPr id="19" name="Rounded Rectangle 13">
            <a:extLst>
              <a:ext uri="{FF2B5EF4-FFF2-40B4-BE49-F238E27FC236}">
                <a16:creationId xmlns:a16="http://schemas.microsoft.com/office/drawing/2014/main" id="{C31E8904-6083-3722-6CD5-A75646BA4F0F}"/>
              </a:ext>
            </a:extLst>
          </p:cNvPr>
          <p:cNvSpPr/>
          <p:nvPr/>
        </p:nvSpPr>
        <p:spPr>
          <a:xfrm>
            <a:off x="7678959" y="2388869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Multi-File Edits</a:t>
            </a: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DC774BCD-2F68-5C1E-CBD1-2A1BBEDC9D6F}"/>
              </a:ext>
            </a:extLst>
          </p:cNvPr>
          <p:cNvSpPr/>
          <p:nvPr/>
        </p:nvSpPr>
        <p:spPr>
          <a:xfrm>
            <a:off x="7678959" y="3281323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Seconds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95FCD222-4DA1-8D24-9702-FCF5B999B6FC}"/>
              </a:ext>
            </a:extLst>
          </p:cNvPr>
          <p:cNvSpPr/>
          <p:nvPr/>
        </p:nvSpPr>
        <p:spPr>
          <a:xfrm>
            <a:off x="7670778" y="4173777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Inner Loop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CD1B79A1-861E-1A09-BE3C-202EACC1408F}"/>
              </a:ext>
            </a:extLst>
          </p:cNvPr>
          <p:cNvSpPr/>
          <p:nvPr/>
        </p:nvSpPr>
        <p:spPr>
          <a:xfrm>
            <a:off x="7678959" y="5066232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VS Code (Chat)</a:t>
            </a:r>
          </a:p>
        </p:txBody>
      </p:sp>
      <p:grpSp>
        <p:nvGrpSpPr>
          <p:cNvPr id="99" name="Google Shape;1149;p64">
            <a:extLst>
              <a:ext uri="{FF2B5EF4-FFF2-40B4-BE49-F238E27FC236}">
                <a16:creationId xmlns:a16="http://schemas.microsoft.com/office/drawing/2014/main" id="{207636F3-8947-30FC-42C5-6598B15968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11509" y="3445406"/>
            <a:ext cx="308320" cy="308320"/>
            <a:chOff x="4027450" y="4262300"/>
            <a:chExt cx="58000" cy="58000"/>
          </a:xfrm>
          <a:solidFill>
            <a:schemeClr val="tx1"/>
          </a:solidFill>
        </p:grpSpPr>
        <p:sp>
          <p:nvSpPr>
            <p:cNvPr id="100" name="Google Shape;1150;p64">
              <a:extLst>
                <a:ext uri="{FF2B5EF4-FFF2-40B4-BE49-F238E27FC236}">
                  <a16:creationId xmlns:a16="http://schemas.microsoft.com/office/drawing/2014/main" id="{59987583-214F-6520-536C-43CB0308E870}"/>
                </a:ext>
              </a:extLst>
            </p:cNvPr>
            <p:cNvSpPr/>
            <p:nvPr/>
          </p:nvSpPr>
          <p:spPr>
            <a:xfrm>
              <a:off x="4027450" y="4262300"/>
              <a:ext cx="58000" cy="58000"/>
            </a:xfrm>
            <a:custGeom>
              <a:avLst/>
              <a:gdLst/>
              <a:ahLst/>
              <a:cxnLst/>
              <a:rect l="l" t="t" r="r" b="b"/>
              <a:pathLst>
                <a:path w="2320" h="2320" extrusionOk="0">
                  <a:moveTo>
                    <a:pt x="1156" y="1"/>
                  </a:moveTo>
                  <a:cubicBezTo>
                    <a:pt x="734" y="1"/>
                    <a:pt x="363" y="229"/>
                    <a:pt x="161" y="574"/>
                  </a:cubicBezTo>
                  <a:lnTo>
                    <a:pt x="161" y="389"/>
                  </a:lnTo>
                  <a:cubicBezTo>
                    <a:pt x="161" y="347"/>
                    <a:pt x="127" y="313"/>
                    <a:pt x="76" y="313"/>
                  </a:cubicBezTo>
                  <a:cubicBezTo>
                    <a:pt x="34" y="313"/>
                    <a:pt x="1" y="347"/>
                    <a:pt x="1" y="389"/>
                  </a:cubicBezTo>
                  <a:lnTo>
                    <a:pt x="1" y="785"/>
                  </a:lnTo>
                  <a:cubicBezTo>
                    <a:pt x="1" y="844"/>
                    <a:pt x="51" y="895"/>
                    <a:pt x="110" y="895"/>
                  </a:cubicBezTo>
                  <a:lnTo>
                    <a:pt x="498" y="895"/>
                  </a:lnTo>
                  <a:cubicBezTo>
                    <a:pt x="549" y="895"/>
                    <a:pt x="582" y="861"/>
                    <a:pt x="582" y="810"/>
                  </a:cubicBezTo>
                  <a:cubicBezTo>
                    <a:pt x="582" y="768"/>
                    <a:pt x="549" y="735"/>
                    <a:pt x="498" y="735"/>
                  </a:cubicBezTo>
                  <a:lnTo>
                    <a:pt x="254" y="735"/>
                  </a:lnTo>
                  <a:cubicBezTo>
                    <a:pt x="414" y="389"/>
                    <a:pt x="760" y="153"/>
                    <a:pt x="1156" y="153"/>
                  </a:cubicBezTo>
                  <a:cubicBezTo>
                    <a:pt x="1712" y="153"/>
                    <a:pt x="2159" y="600"/>
                    <a:pt x="2159" y="1156"/>
                  </a:cubicBezTo>
                  <a:cubicBezTo>
                    <a:pt x="2159" y="1713"/>
                    <a:pt x="1712" y="2160"/>
                    <a:pt x="1156" y="2160"/>
                  </a:cubicBezTo>
                  <a:cubicBezTo>
                    <a:pt x="616" y="2160"/>
                    <a:pt x="169" y="1721"/>
                    <a:pt x="161" y="1181"/>
                  </a:cubicBezTo>
                  <a:cubicBezTo>
                    <a:pt x="161" y="1139"/>
                    <a:pt x="119" y="1106"/>
                    <a:pt x="76" y="1106"/>
                  </a:cubicBezTo>
                  <a:cubicBezTo>
                    <a:pt x="34" y="1106"/>
                    <a:pt x="1" y="1139"/>
                    <a:pt x="1" y="1181"/>
                  </a:cubicBezTo>
                  <a:cubicBezTo>
                    <a:pt x="17" y="1814"/>
                    <a:pt x="532" y="2320"/>
                    <a:pt x="1156" y="2320"/>
                  </a:cubicBezTo>
                  <a:cubicBezTo>
                    <a:pt x="1797" y="2320"/>
                    <a:pt x="2320" y="1797"/>
                    <a:pt x="2320" y="1156"/>
                  </a:cubicBezTo>
                  <a:cubicBezTo>
                    <a:pt x="2320" y="515"/>
                    <a:pt x="1797" y="1"/>
                    <a:pt x="1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  <p:sp>
          <p:nvSpPr>
            <p:cNvPr id="101" name="Google Shape;1151;p64">
              <a:extLst>
                <a:ext uri="{FF2B5EF4-FFF2-40B4-BE49-F238E27FC236}">
                  <a16:creationId xmlns:a16="http://schemas.microsoft.com/office/drawing/2014/main" id="{0E897671-EB1E-6704-03DB-9C098EE497A6}"/>
                </a:ext>
              </a:extLst>
            </p:cNvPr>
            <p:cNvSpPr/>
            <p:nvPr/>
          </p:nvSpPr>
          <p:spPr>
            <a:xfrm>
              <a:off x="4053800" y="4276650"/>
              <a:ext cx="13525" cy="23825"/>
            </a:xfrm>
            <a:custGeom>
              <a:avLst/>
              <a:gdLst/>
              <a:ahLst/>
              <a:cxnLst/>
              <a:rect l="l" t="t" r="r" b="b"/>
              <a:pathLst>
                <a:path w="541" h="953" extrusionOk="0">
                  <a:moveTo>
                    <a:pt x="77" y="0"/>
                  </a:moveTo>
                  <a:cubicBezTo>
                    <a:pt x="34" y="0"/>
                    <a:pt x="1" y="42"/>
                    <a:pt x="1" y="85"/>
                  </a:cubicBezTo>
                  <a:lnTo>
                    <a:pt x="1" y="658"/>
                  </a:lnTo>
                  <a:cubicBezTo>
                    <a:pt x="1" y="692"/>
                    <a:pt x="18" y="717"/>
                    <a:pt x="43" y="734"/>
                  </a:cubicBezTo>
                  <a:lnTo>
                    <a:pt x="405" y="945"/>
                  </a:lnTo>
                  <a:cubicBezTo>
                    <a:pt x="419" y="950"/>
                    <a:pt x="433" y="953"/>
                    <a:pt x="447" y="953"/>
                  </a:cubicBezTo>
                  <a:cubicBezTo>
                    <a:pt x="476" y="953"/>
                    <a:pt x="504" y="940"/>
                    <a:pt x="515" y="911"/>
                  </a:cubicBezTo>
                  <a:cubicBezTo>
                    <a:pt x="540" y="877"/>
                    <a:pt x="524" y="827"/>
                    <a:pt x="490" y="801"/>
                  </a:cubicBezTo>
                  <a:lnTo>
                    <a:pt x="161" y="616"/>
                  </a:lnTo>
                  <a:lnTo>
                    <a:pt x="161" y="85"/>
                  </a:lnTo>
                  <a:cubicBezTo>
                    <a:pt x="161" y="42"/>
                    <a:pt x="127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CD7EB4CB-ED42-D9FA-3AB7-43DB5A3C06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179610" y="3502616"/>
            <a:ext cx="1991434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Frequency of Interaction</a:t>
            </a:r>
          </a:p>
        </p:txBody>
      </p:sp>
      <p:grpSp>
        <p:nvGrpSpPr>
          <p:cNvPr id="96" name="Google Shape;1152;p64">
            <a:extLst>
              <a:ext uri="{FF2B5EF4-FFF2-40B4-BE49-F238E27FC236}">
                <a16:creationId xmlns:a16="http://schemas.microsoft.com/office/drawing/2014/main" id="{2402365D-B4BA-BD2D-449B-9D1BA606A9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14078" y="4337860"/>
            <a:ext cx="308320" cy="308320"/>
            <a:chOff x="4196100" y="4262300"/>
            <a:chExt cx="58000" cy="58000"/>
          </a:xfrm>
          <a:solidFill>
            <a:schemeClr val="tx1"/>
          </a:solidFill>
        </p:grpSpPr>
        <p:sp>
          <p:nvSpPr>
            <p:cNvPr id="97" name="Google Shape;1153;p64">
              <a:extLst>
                <a:ext uri="{FF2B5EF4-FFF2-40B4-BE49-F238E27FC236}">
                  <a16:creationId xmlns:a16="http://schemas.microsoft.com/office/drawing/2014/main" id="{AB10CC60-800E-81ED-B82C-A9EE0FFAAA2E}"/>
                </a:ext>
              </a:extLst>
            </p:cNvPr>
            <p:cNvSpPr/>
            <p:nvPr/>
          </p:nvSpPr>
          <p:spPr>
            <a:xfrm>
              <a:off x="4196100" y="4262300"/>
              <a:ext cx="57375" cy="24325"/>
            </a:xfrm>
            <a:custGeom>
              <a:avLst/>
              <a:gdLst/>
              <a:ahLst/>
              <a:cxnLst/>
              <a:rect l="l" t="t" r="r" b="b"/>
              <a:pathLst>
                <a:path w="2295" h="973" extrusionOk="0">
                  <a:moveTo>
                    <a:pt x="1165" y="1"/>
                  </a:moveTo>
                  <a:cubicBezTo>
                    <a:pt x="735" y="1"/>
                    <a:pt x="364" y="229"/>
                    <a:pt x="161" y="574"/>
                  </a:cubicBezTo>
                  <a:lnTo>
                    <a:pt x="161" y="389"/>
                  </a:lnTo>
                  <a:cubicBezTo>
                    <a:pt x="161" y="347"/>
                    <a:pt x="127" y="313"/>
                    <a:pt x="77" y="313"/>
                  </a:cubicBezTo>
                  <a:cubicBezTo>
                    <a:pt x="35" y="313"/>
                    <a:pt x="1" y="347"/>
                    <a:pt x="1" y="389"/>
                  </a:cubicBezTo>
                  <a:lnTo>
                    <a:pt x="1" y="785"/>
                  </a:lnTo>
                  <a:cubicBezTo>
                    <a:pt x="1" y="844"/>
                    <a:pt x="51" y="895"/>
                    <a:pt x="111" y="895"/>
                  </a:cubicBezTo>
                  <a:lnTo>
                    <a:pt x="498" y="895"/>
                  </a:lnTo>
                  <a:cubicBezTo>
                    <a:pt x="549" y="895"/>
                    <a:pt x="583" y="861"/>
                    <a:pt x="583" y="810"/>
                  </a:cubicBezTo>
                  <a:cubicBezTo>
                    <a:pt x="583" y="768"/>
                    <a:pt x="549" y="735"/>
                    <a:pt x="498" y="735"/>
                  </a:cubicBezTo>
                  <a:lnTo>
                    <a:pt x="254" y="735"/>
                  </a:lnTo>
                  <a:cubicBezTo>
                    <a:pt x="414" y="389"/>
                    <a:pt x="760" y="153"/>
                    <a:pt x="1165" y="153"/>
                  </a:cubicBezTo>
                  <a:cubicBezTo>
                    <a:pt x="1628" y="153"/>
                    <a:pt x="2025" y="482"/>
                    <a:pt x="2134" y="912"/>
                  </a:cubicBezTo>
                  <a:cubicBezTo>
                    <a:pt x="2142" y="948"/>
                    <a:pt x="2175" y="972"/>
                    <a:pt x="2211" y="972"/>
                  </a:cubicBezTo>
                  <a:cubicBezTo>
                    <a:pt x="2216" y="972"/>
                    <a:pt x="2222" y="972"/>
                    <a:pt x="2227" y="971"/>
                  </a:cubicBezTo>
                  <a:cubicBezTo>
                    <a:pt x="2269" y="962"/>
                    <a:pt x="2295" y="920"/>
                    <a:pt x="2286" y="878"/>
                  </a:cubicBezTo>
                  <a:cubicBezTo>
                    <a:pt x="2160" y="372"/>
                    <a:pt x="1704" y="1"/>
                    <a:pt x="11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  <p:sp>
          <p:nvSpPr>
            <p:cNvPr id="98" name="Google Shape;1154;p64">
              <a:extLst>
                <a:ext uri="{FF2B5EF4-FFF2-40B4-BE49-F238E27FC236}">
                  <a16:creationId xmlns:a16="http://schemas.microsoft.com/office/drawing/2014/main" id="{865A3333-11D8-374A-CE1A-0512D840201C}"/>
                </a:ext>
              </a:extLst>
            </p:cNvPr>
            <p:cNvSpPr/>
            <p:nvPr/>
          </p:nvSpPr>
          <p:spPr>
            <a:xfrm>
              <a:off x="4196750" y="4295800"/>
              <a:ext cx="57350" cy="24500"/>
            </a:xfrm>
            <a:custGeom>
              <a:avLst/>
              <a:gdLst/>
              <a:ahLst/>
              <a:cxnLst/>
              <a:rect l="l" t="t" r="r" b="b"/>
              <a:pathLst>
                <a:path w="2294" h="980" extrusionOk="0">
                  <a:moveTo>
                    <a:pt x="84" y="0"/>
                  </a:moveTo>
                  <a:cubicBezTo>
                    <a:pt x="79" y="0"/>
                    <a:pt x="73" y="1"/>
                    <a:pt x="68" y="2"/>
                  </a:cubicBezTo>
                  <a:cubicBezTo>
                    <a:pt x="25" y="10"/>
                    <a:pt x="0" y="61"/>
                    <a:pt x="9" y="103"/>
                  </a:cubicBezTo>
                  <a:cubicBezTo>
                    <a:pt x="135" y="600"/>
                    <a:pt x="590" y="980"/>
                    <a:pt x="1139" y="980"/>
                  </a:cubicBezTo>
                  <a:cubicBezTo>
                    <a:pt x="1560" y="980"/>
                    <a:pt x="1931" y="744"/>
                    <a:pt x="2134" y="398"/>
                  </a:cubicBezTo>
                  <a:lnTo>
                    <a:pt x="2134" y="584"/>
                  </a:lnTo>
                  <a:cubicBezTo>
                    <a:pt x="2134" y="626"/>
                    <a:pt x="2167" y="659"/>
                    <a:pt x="2218" y="659"/>
                  </a:cubicBezTo>
                  <a:cubicBezTo>
                    <a:pt x="2260" y="659"/>
                    <a:pt x="2294" y="626"/>
                    <a:pt x="2294" y="584"/>
                  </a:cubicBezTo>
                  <a:lnTo>
                    <a:pt x="2294" y="187"/>
                  </a:lnTo>
                  <a:cubicBezTo>
                    <a:pt x="2294" y="128"/>
                    <a:pt x="2243" y="78"/>
                    <a:pt x="2193" y="78"/>
                  </a:cubicBezTo>
                  <a:lnTo>
                    <a:pt x="1796" y="78"/>
                  </a:lnTo>
                  <a:cubicBezTo>
                    <a:pt x="1746" y="78"/>
                    <a:pt x="1712" y="120"/>
                    <a:pt x="1712" y="162"/>
                  </a:cubicBezTo>
                  <a:cubicBezTo>
                    <a:pt x="1712" y="204"/>
                    <a:pt x="1746" y="238"/>
                    <a:pt x="1796" y="238"/>
                  </a:cubicBezTo>
                  <a:lnTo>
                    <a:pt x="2041" y="238"/>
                  </a:lnTo>
                  <a:cubicBezTo>
                    <a:pt x="1881" y="584"/>
                    <a:pt x="1535" y="820"/>
                    <a:pt x="1139" y="820"/>
                  </a:cubicBezTo>
                  <a:cubicBezTo>
                    <a:pt x="666" y="820"/>
                    <a:pt x="270" y="499"/>
                    <a:pt x="160" y="61"/>
                  </a:cubicBezTo>
                  <a:cubicBezTo>
                    <a:pt x="153" y="24"/>
                    <a:pt x="120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46F8909A-701C-9FAA-4F35-C698A377F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179609" y="4395070"/>
            <a:ext cx="1608449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Inner/Outer Loop</a:t>
            </a:r>
          </a:p>
        </p:txBody>
      </p:sp>
      <p:grpSp>
        <p:nvGrpSpPr>
          <p:cNvPr id="102" name="Google Shape;1407;p66">
            <a:extLst>
              <a:ext uri="{FF2B5EF4-FFF2-40B4-BE49-F238E27FC236}">
                <a16:creationId xmlns:a16="http://schemas.microsoft.com/office/drawing/2014/main" id="{FFE96012-B110-C2E5-3826-C6E036520D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2725900" y="5244293"/>
            <a:ext cx="280364" cy="280364"/>
            <a:chOff x="3192175" y="1097225"/>
            <a:chExt cx="52725" cy="52725"/>
          </a:xfrm>
          <a:solidFill>
            <a:schemeClr val="tx1"/>
          </a:solidFill>
        </p:grpSpPr>
        <p:sp>
          <p:nvSpPr>
            <p:cNvPr id="103" name="Google Shape;1408;p66">
              <a:extLst>
                <a:ext uri="{FF2B5EF4-FFF2-40B4-BE49-F238E27FC236}">
                  <a16:creationId xmlns:a16="http://schemas.microsoft.com/office/drawing/2014/main" id="{62B67E6D-E30C-1DFB-D564-2D0251D766EF}"/>
                </a:ext>
              </a:extLst>
            </p:cNvPr>
            <p:cNvSpPr/>
            <p:nvPr/>
          </p:nvSpPr>
          <p:spPr>
            <a:xfrm>
              <a:off x="3201225" y="1113025"/>
              <a:ext cx="13525" cy="21150"/>
            </a:xfrm>
            <a:custGeom>
              <a:avLst/>
              <a:gdLst/>
              <a:ahLst/>
              <a:cxnLst/>
              <a:rect l="l" t="t" r="r" b="b"/>
              <a:pathLst>
                <a:path w="541" h="846" extrusionOk="0">
                  <a:moveTo>
                    <a:pt x="455" y="1"/>
                  </a:moveTo>
                  <a:cubicBezTo>
                    <a:pt x="435" y="1"/>
                    <a:pt x="414" y="9"/>
                    <a:pt x="397" y="26"/>
                  </a:cubicBezTo>
                  <a:lnTo>
                    <a:pt x="26" y="363"/>
                  </a:lnTo>
                  <a:cubicBezTo>
                    <a:pt x="9" y="380"/>
                    <a:pt x="1" y="397"/>
                    <a:pt x="1" y="422"/>
                  </a:cubicBezTo>
                  <a:cubicBezTo>
                    <a:pt x="1" y="448"/>
                    <a:pt x="9" y="464"/>
                    <a:pt x="26" y="481"/>
                  </a:cubicBezTo>
                  <a:lnTo>
                    <a:pt x="397" y="827"/>
                  </a:lnTo>
                  <a:cubicBezTo>
                    <a:pt x="413" y="839"/>
                    <a:pt x="432" y="845"/>
                    <a:pt x="451" y="845"/>
                  </a:cubicBezTo>
                  <a:cubicBezTo>
                    <a:pt x="473" y="845"/>
                    <a:pt x="493" y="837"/>
                    <a:pt x="507" y="819"/>
                  </a:cubicBezTo>
                  <a:cubicBezTo>
                    <a:pt x="541" y="785"/>
                    <a:pt x="541" y="734"/>
                    <a:pt x="507" y="709"/>
                  </a:cubicBezTo>
                  <a:lnTo>
                    <a:pt x="195" y="422"/>
                  </a:lnTo>
                  <a:lnTo>
                    <a:pt x="507" y="136"/>
                  </a:lnTo>
                  <a:cubicBezTo>
                    <a:pt x="541" y="110"/>
                    <a:pt x="541" y="60"/>
                    <a:pt x="507" y="26"/>
                  </a:cubicBezTo>
                  <a:cubicBezTo>
                    <a:pt x="494" y="9"/>
                    <a:pt x="475" y="1"/>
                    <a:pt x="4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" name="Google Shape;1409;p66">
              <a:extLst>
                <a:ext uri="{FF2B5EF4-FFF2-40B4-BE49-F238E27FC236}">
                  <a16:creationId xmlns:a16="http://schemas.microsoft.com/office/drawing/2014/main" id="{223E58F2-74DB-F21C-62FD-BFF1E594DC94}"/>
                </a:ext>
              </a:extLst>
            </p:cNvPr>
            <p:cNvSpPr/>
            <p:nvPr/>
          </p:nvSpPr>
          <p:spPr>
            <a:xfrm>
              <a:off x="3222100" y="1113025"/>
              <a:ext cx="13525" cy="21150"/>
            </a:xfrm>
            <a:custGeom>
              <a:avLst/>
              <a:gdLst/>
              <a:ahLst/>
              <a:cxnLst/>
              <a:rect l="l" t="t" r="r" b="b"/>
              <a:pathLst>
                <a:path w="541" h="846" extrusionOk="0">
                  <a:moveTo>
                    <a:pt x="86" y="1"/>
                  </a:moveTo>
                  <a:cubicBezTo>
                    <a:pt x="66" y="1"/>
                    <a:pt x="47" y="9"/>
                    <a:pt x="35" y="26"/>
                  </a:cubicBezTo>
                  <a:cubicBezTo>
                    <a:pt x="1" y="60"/>
                    <a:pt x="1" y="110"/>
                    <a:pt x="35" y="136"/>
                  </a:cubicBezTo>
                  <a:lnTo>
                    <a:pt x="347" y="422"/>
                  </a:lnTo>
                  <a:lnTo>
                    <a:pt x="35" y="709"/>
                  </a:lnTo>
                  <a:cubicBezTo>
                    <a:pt x="1" y="734"/>
                    <a:pt x="1" y="785"/>
                    <a:pt x="35" y="819"/>
                  </a:cubicBezTo>
                  <a:cubicBezTo>
                    <a:pt x="48" y="837"/>
                    <a:pt x="69" y="845"/>
                    <a:pt x="91" y="845"/>
                  </a:cubicBezTo>
                  <a:cubicBezTo>
                    <a:pt x="109" y="845"/>
                    <a:pt x="129" y="839"/>
                    <a:pt x="144" y="827"/>
                  </a:cubicBezTo>
                  <a:lnTo>
                    <a:pt x="515" y="481"/>
                  </a:lnTo>
                  <a:cubicBezTo>
                    <a:pt x="532" y="464"/>
                    <a:pt x="541" y="448"/>
                    <a:pt x="541" y="422"/>
                  </a:cubicBezTo>
                  <a:cubicBezTo>
                    <a:pt x="541" y="397"/>
                    <a:pt x="532" y="380"/>
                    <a:pt x="515" y="363"/>
                  </a:cubicBezTo>
                  <a:lnTo>
                    <a:pt x="144" y="26"/>
                  </a:lnTo>
                  <a:cubicBezTo>
                    <a:pt x="127" y="9"/>
                    <a:pt x="106" y="1"/>
                    <a:pt x="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" name="Google Shape;1410;p66">
              <a:extLst>
                <a:ext uri="{FF2B5EF4-FFF2-40B4-BE49-F238E27FC236}">
                  <a16:creationId xmlns:a16="http://schemas.microsoft.com/office/drawing/2014/main" id="{554C2F6E-77F4-A188-2019-141997FD02D8}"/>
                </a:ext>
              </a:extLst>
            </p:cNvPr>
            <p:cNvSpPr/>
            <p:nvPr/>
          </p:nvSpPr>
          <p:spPr>
            <a:xfrm>
              <a:off x="3192175" y="1097225"/>
              <a:ext cx="52725" cy="52725"/>
            </a:xfrm>
            <a:custGeom>
              <a:avLst/>
              <a:gdLst/>
              <a:ahLst/>
              <a:cxnLst/>
              <a:rect l="l" t="t" r="r" b="b"/>
              <a:pathLst>
                <a:path w="2109" h="2109" extrusionOk="0">
                  <a:moveTo>
                    <a:pt x="0" y="186"/>
                  </a:moveTo>
                  <a:cubicBezTo>
                    <a:pt x="0" y="85"/>
                    <a:pt x="76" y="0"/>
                    <a:pt x="177" y="0"/>
                  </a:cubicBezTo>
                  <a:lnTo>
                    <a:pt x="1923" y="0"/>
                  </a:lnTo>
                  <a:cubicBezTo>
                    <a:pt x="2024" y="0"/>
                    <a:pt x="2109" y="85"/>
                    <a:pt x="2109" y="186"/>
                  </a:cubicBezTo>
                  <a:lnTo>
                    <a:pt x="2109" y="1923"/>
                  </a:lnTo>
                  <a:cubicBezTo>
                    <a:pt x="2109" y="2024"/>
                    <a:pt x="2024" y="2108"/>
                    <a:pt x="1923" y="2108"/>
                  </a:cubicBezTo>
                  <a:lnTo>
                    <a:pt x="177" y="2108"/>
                  </a:lnTo>
                  <a:cubicBezTo>
                    <a:pt x="76" y="2108"/>
                    <a:pt x="0" y="2024"/>
                    <a:pt x="0" y="1923"/>
                  </a:cubicBezTo>
                  <a:close/>
                  <a:moveTo>
                    <a:pt x="177" y="160"/>
                  </a:moveTo>
                  <a:cubicBezTo>
                    <a:pt x="169" y="160"/>
                    <a:pt x="152" y="169"/>
                    <a:pt x="152" y="186"/>
                  </a:cubicBezTo>
                  <a:lnTo>
                    <a:pt x="152" y="1923"/>
                  </a:lnTo>
                  <a:cubicBezTo>
                    <a:pt x="152" y="1940"/>
                    <a:pt x="169" y="1948"/>
                    <a:pt x="177" y="1948"/>
                  </a:cubicBezTo>
                  <a:lnTo>
                    <a:pt x="1923" y="1948"/>
                  </a:lnTo>
                  <a:cubicBezTo>
                    <a:pt x="1931" y="1948"/>
                    <a:pt x="1948" y="1940"/>
                    <a:pt x="1948" y="1923"/>
                  </a:cubicBezTo>
                  <a:lnTo>
                    <a:pt x="1948" y="186"/>
                  </a:lnTo>
                  <a:cubicBezTo>
                    <a:pt x="1948" y="169"/>
                    <a:pt x="1931" y="160"/>
                    <a:pt x="1923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78751BB5-E193-05D7-D20D-D94AA3F3B5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3179610" y="5287525"/>
            <a:ext cx="1568123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Developer Canvas</a:t>
            </a:r>
          </a:p>
        </p:txBody>
      </p:sp>
    </p:spTree>
    <p:extLst>
      <p:ext uri="{BB962C8B-B14F-4D97-AF65-F5344CB8AC3E}">
        <p14:creationId xmlns:p14="http://schemas.microsoft.com/office/powerpoint/2010/main" val="34256862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8" grpId="1" animBg="1"/>
      <p:bldP spid="18" grpId="0"/>
      <p:bldP spid="18" grpId="1"/>
      <p:bldP spid="19" grpId="0" animBg="1"/>
      <p:bldP spid="19" grpId="1" animBg="1"/>
      <p:bldP spid="20" grpId="0" animBg="1"/>
      <p:bldP spid="20" grpId="1" animBg="1"/>
      <p:bldP spid="21" grpId="0" animBg="1"/>
      <p:bldP spid="21" grpId="1" animBg="1"/>
      <p:bldP spid="22" grpId="0" animBg="1"/>
      <p:bldP spid="22" grpId="1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BC6A804-5019-3BAC-0537-67309F4B6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BA0BC490-D0D7-C3F8-1462-4772808102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9125" y="2317693"/>
            <a:ext cx="927374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4" name="Rounded Rectangle 63">
            <a:extLst>
              <a:ext uri="{FF2B5EF4-FFF2-40B4-BE49-F238E27FC236}">
                <a16:creationId xmlns:a16="http://schemas.microsoft.com/office/drawing/2014/main" id="{08C4C628-4568-60F1-A063-16A968D402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9125" y="3210147"/>
            <a:ext cx="927374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5" name="Rounded Rectangle 64">
            <a:extLst>
              <a:ext uri="{FF2B5EF4-FFF2-40B4-BE49-F238E27FC236}">
                <a16:creationId xmlns:a16="http://schemas.microsoft.com/office/drawing/2014/main" id="{E252F291-73CE-1605-A3E4-413ABEF84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9125" y="4102601"/>
            <a:ext cx="927374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3A597BB0-1930-7D3A-9C49-8AD13C1BC1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459125" y="4995056"/>
            <a:ext cx="9273749" cy="778838"/>
          </a:xfrm>
          <a:prstGeom prst="roundRect">
            <a:avLst>
              <a:gd name="adj" fmla="val 24491"/>
            </a:avLst>
          </a:prstGeom>
          <a:ln w="12700" cap="rnd">
            <a:solidFill>
              <a:schemeClr val="tx1">
                <a:alpha val="50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wrap="square" lIns="0" tIns="0" rIns="0" bIns="274320" rtlCol="0" anchor="b" anchorCtr="0">
            <a:noAutofit/>
          </a:bodyPr>
          <a:lstStyle/>
          <a:p>
            <a:pPr algn="ctr" defTabSz="1427220">
              <a:spcBef>
                <a:spcPts val="400"/>
              </a:spcBef>
            </a:pPr>
            <a:endParaRPr lang="en-US" sz="4000" spc="-50">
              <a:gradFill>
                <a:gsLst>
                  <a:gs pos="80460">
                    <a:srgbClr val="000000"/>
                  </a:gs>
                  <a:gs pos="59551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Variable Display Semibold" pitchFamily="2" charset="0"/>
            </a:endParaRPr>
          </a:p>
        </p:txBody>
      </p:sp>
      <p:grpSp>
        <p:nvGrpSpPr>
          <p:cNvPr id="35" name="Google Shape;1674;p69" descr="GitHub Copilot / Code generation 3">
            <a:extLst>
              <a:ext uri="{FF2B5EF4-FFF2-40B4-BE49-F238E27FC236}">
                <a16:creationId xmlns:a16="http://schemas.microsoft.com/office/drawing/2014/main" id="{38273A52-0E76-1894-C6F5-F5C5E5AF3323}"/>
              </a:ext>
            </a:extLst>
          </p:cNvPr>
          <p:cNvGrpSpPr>
            <a:grpSpLocks noChangeAspect="1"/>
          </p:cNvGrpSpPr>
          <p:nvPr/>
        </p:nvGrpSpPr>
        <p:grpSpPr>
          <a:xfrm>
            <a:off x="2663200" y="550402"/>
            <a:ext cx="3346206" cy="424743"/>
            <a:chOff x="239425" y="2405825"/>
            <a:chExt cx="7135225" cy="901500"/>
          </a:xfrm>
          <a:solidFill>
            <a:schemeClr val="tx1"/>
          </a:solidFill>
        </p:grpSpPr>
        <p:sp>
          <p:nvSpPr>
            <p:cNvPr id="37" name="Google Shape;1675;p69">
              <a:extLst>
                <a:ext uri="{FF2B5EF4-FFF2-40B4-BE49-F238E27FC236}">
                  <a16:creationId xmlns:a16="http://schemas.microsoft.com/office/drawing/2014/main" id="{84F2BB9F-7631-B61A-241B-BA8DFA47CE8A}"/>
                </a:ext>
              </a:extLst>
            </p:cNvPr>
            <p:cNvSpPr/>
            <p:nvPr/>
          </p:nvSpPr>
          <p:spPr>
            <a:xfrm>
              <a:off x="603500" y="2903275"/>
              <a:ext cx="72850" cy="161250"/>
            </a:xfrm>
            <a:custGeom>
              <a:avLst/>
              <a:gdLst/>
              <a:ahLst/>
              <a:cxnLst/>
              <a:rect l="l" t="t" r="r" b="b"/>
              <a:pathLst>
                <a:path w="2914" h="6450" extrusionOk="0">
                  <a:moveTo>
                    <a:pt x="1457" y="1"/>
                  </a:moveTo>
                  <a:cubicBezTo>
                    <a:pt x="647" y="1"/>
                    <a:pt x="1" y="654"/>
                    <a:pt x="1" y="1457"/>
                  </a:cubicBezTo>
                  <a:lnTo>
                    <a:pt x="1" y="4994"/>
                  </a:lnTo>
                  <a:cubicBezTo>
                    <a:pt x="1" y="5796"/>
                    <a:pt x="647" y="6450"/>
                    <a:pt x="1457" y="6450"/>
                  </a:cubicBezTo>
                  <a:cubicBezTo>
                    <a:pt x="2259" y="6450"/>
                    <a:pt x="2913" y="5796"/>
                    <a:pt x="2913" y="4994"/>
                  </a:cubicBezTo>
                  <a:lnTo>
                    <a:pt x="2913" y="1457"/>
                  </a:lnTo>
                  <a:cubicBezTo>
                    <a:pt x="2913" y="654"/>
                    <a:pt x="2259" y="1"/>
                    <a:pt x="145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38" name="Google Shape;1676;p69">
              <a:extLst>
                <a:ext uri="{FF2B5EF4-FFF2-40B4-BE49-F238E27FC236}">
                  <a16:creationId xmlns:a16="http://schemas.microsoft.com/office/drawing/2014/main" id="{8E6E18A0-4660-11AC-2C02-483E3CE50E3C}"/>
                </a:ext>
              </a:extLst>
            </p:cNvPr>
            <p:cNvSpPr/>
            <p:nvPr/>
          </p:nvSpPr>
          <p:spPr>
            <a:xfrm>
              <a:off x="800975" y="2903275"/>
              <a:ext cx="72825" cy="161250"/>
            </a:xfrm>
            <a:custGeom>
              <a:avLst/>
              <a:gdLst/>
              <a:ahLst/>
              <a:cxnLst/>
              <a:rect l="l" t="t" r="r" b="b"/>
              <a:pathLst>
                <a:path w="2913" h="6450" extrusionOk="0">
                  <a:moveTo>
                    <a:pt x="1456" y="1"/>
                  </a:moveTo>
                  <a:cubicBezTo>
                    <a:pt x="654" y="1"/>
                    <a:pt x="0" y="654"/>
                    <a:pt x="0" y="1457"/>
                  </a:cubicBezTo>
                  <a:lnTo>
                    <a:pt x="0" y="4994"/>
                  </a:lnTo>
                  <a:cubicBezTo>
                    <a:pt x="0" y="5796"/>
                    <a:pt x="654" y="6450"/>
                    <a:pt x="1456" y="6450"/>
                  </a:cubicBezTo>
                  <a:cubicBezTo>
                    <a:pt x="2259" y="6450"/>
                    <a:pt x="2913" y="5796"/>
                    <a:pt x="2913" y="4994"/>
                  </a:cubicBezTo>
                  <a:lnTo>
                    <a:pt x="2913" y="1457"/>
                  </a:lnTo>
                  <a:cubicBezTo>
                    <a:pt x="2913" y="654"/>
                    <a:pt x="2259" y="1"/>
                    <a:pt x="14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39" name="Google Shape;1677;p69">
              <a:extLst>
                <a:ext uri="{FF2B5EF4-FFF2-40B4-BE49-F238E27FC236}">
                  <a16:creationId xmlns:a16="http://schemas.microsoft.com/office/drawing/2014/main" id="{EA0C2EE0-CA6E-5804-7DFC-9A5A4DCA4D20}"/>
                </a:ext>
              </a:extLst>
            </p:cNvPr>
            <p:cNvSpPr/>
            <p:nvPr/>
          </p:nvSpPr>
          <p:spPr>
            <a:xfrm>
              <a:off x="239425" y="2405825"/>
              <a:ext cx="998275" cy="833325"/>
            </a:xfrm>
            <a:custGeom>
              <a:avLst/>
              <a:gdLst/>
              <a:ahLst/>
              <a:cxnLst/>
              <a:rect l="l" t="t" r="r" b="b"/>
              <a:pathLst>
                <a:path w="39931" h="33333" extrusionOk="0">
                  <a:moveTo>
                    <a:pt x="39797" y="24973"/>
                  </a:moveTo>
                  <a:cubicBezTo>
                    <a:pt x="38363" y="27463"/>
                    <a:pt x="30048" y="33332"/>
                    <a:pt x="19965" y="33332"/>
                  </a:cubicBezTo>
                  <a:cubicBezTo>
                    <a:pt x="9882" y="33332"/>
                    <a:pt x="1575" y="27463"/>
                    <a:pt x="141" y="24973"/>
                  </a:cubicBezTo>
                  <a:cubicBezTo>
                    <a:pt x="37" y="24795"/>
                    <a:pt x="0" y="24587"/>
                    <a:pt x="0" y="24379"/>
                  </a:cubicBezTo>
                  <a:lnTo>
                    <a:pt x="0" y="19951"/>
                  </a:lnTo>
                  <a:cubicBezTo>
                    <a:pt x="0" y="19765"/>
                    <a:pt x="30" y="19586"/>
                    <a:pt x="97" y="19416"/>
                  </a:cubicBezTo>
                  <a:cubicBezTo>
                    <a:pt x="721" y="17863"/>
                    <a:pt x="2341" y="15604"/>
                    <a:pt x="4429" y="14995"/>
                  </a:cubicBezTo>
                  <a:cubicBezTo>
                    <a:pt x="4711" y="14281"/>
                    <a:pt x="5120" y="13241"/>
                    <a:pt x="5506" y="12476"/>
                  </a:cubicBezTo>
                  <a:cubicBezTo>
                    <a:pt x="5439" y="11889"/>
                    <a:pt x="5417" y="11280"/>
                    <a:pt x="5417" y="10670"/>
                  </a:cubicBezTo>
                  <a:cubicBezTo>
                    <a:pt x="5417" y="8456"/>
                    <a:pt x="5885" y="6509"/>
                    <a:pt x="7297" y="5068"/>
                  </a:cubicBezTo>
                  <a:cubicBezTo>
                    <a:pt x="7958" y="4392"/>
                    <a:pt x="8775" y="3872"/>
                    <a:pt x="9749" y="3485"/>
                  </a:cubicBezTo>
                  <a:cubicBezTo>
                    <a:pt x="12074" y="1591"/>
                    <a:pt x="15388" y="0"/>
                    <a:pt x="19928" y="0"/>
                  </a:cubicBezTo>
                  <a:cubicBezTo>
                    <a:pt x="24476" y="0"/>
                    <a:pt x="27856" y="1591"/>
                    <a:pt x="30182" y="3485"/>
                  </a:cubicBezTo>
                  <a:cubicBezTo>
                    <a:pt x="31156" y="3872"/>
                    <a:pt x="31973" y="4392"/>
                    <a:pt x="32634" y="5068"/>
                  </a:cubicBezTo>
                  <a:cubicBezTo>
                    <a:pt x="34053" y="6509"/>
                    <a:pt x="34522" y="8456"/>
                    <a:pt x="34522" y="10670"/>
                  </a:cubicBezTo>
                  <a:cubicBezTo>
                    <a:pt x="34522" y="11280"/>
                    <a:pt x="34499" y="11889"/>
                    <a:pt x="34432" y="12476"/>
                  </a:cubicBezTo>
                  <a:cubicBezTo>
                    <a:pt x="34819" y="13241"/>
                    <a:pt x="35227" y="14281"/>
                    <a:pt x="35502" y="14995"/>
                  </a:cubicBezTo>
                  <a:cubicBezTo>
                    <a:pt x="37598" y="15604"/>
                    <a:pt x="39218" y="17863"/>
                    <a:pt x="39834" y="19416"/>
                  </a:cubicBezTo>
                  <a:cubicBezTo>
                    <a:pt x="39901" y="19586"/>
                    <a:pt x="39931" y="19765"/>
                    <a:pt x="39931" y="19951"/>
                  </a:cubicBezTo>
                  <a:lnTo>
                    <a:pt x="39931" y="24379"/>
                  </a:lnTo>
                  <a:cubicBezTo>
                    <a:pt x="39931" y="24587"/>
                    <a:pt x="39901" y="24795"/>
                    <a:pt x="39797" y="24973"/>
                  </a:cubicBezTo>
                  <a:close/>
                  <a:moveTo>
                    <a:pt x="21318" y="10128"/>
                  </a:moveTo>
                  <a:cubicBezTo>
                    <a:pt x="21251" y="9578"/>
                    <a:pt x="21214" y="9088"/>
                    <a:pt x="21214" y="8642"/>
                  </a:cubicBezTo>
                  <a:lnTo>
                    <a:pt x="21214" y="8612"/>
                  </a:lnTo>
                  <a:cubicBezTo>
                    <a:pt x="21214" y="7334"/>
                    <a:pt x="21496" y="6494"/>
                    <a:pt x="21942" y="5989"/>
                  </a:cubicBezTo>
                  <a:cubicBezTo>
                    <a:pt x="22514" y="5335"/>
                    <a:pt x="23681" y="4838"/>
                    <a:pt x="26155" y="5105"/>
                  </a:cubicBezTo>
                  <a:cubicBezTo>
                    <a:pt x="28659" y="5380"/>
                    <a:pt x="30056" y="5997"/>
                    <a:pt x="30851" y="6814"/>
                  </a:cubicBezTo>
                  <a:cubicBezTo>
                    <a:pt x="31624" y="7594"/>
                    <a:pt x="32025" y="8776"/>
                    <a:pt x="32025" y="10670"/>
                  </a:cubicBezTo>
                  <a:cubicBezTo>
                    <a:pt x="32025" y="12684"/>
                    <a:pt x="31735" y="13873"/>
                    <a:pt x="31096" y="14593"/>
                  </a:cubicBezTo>
                  <a:cubicBezTo>
                    <a:pt x="30487" y="15284"/>
                    <a:pt x="29291" y="15842"/>
                    <a:pt x="26675" y="15842"/>
                  </a:cubicBezTo>
                  <a:cubicBezTo>
                    <a:pt x="24669" y="15842"/>
                    <a:pt x="23517" y="15188"/>
                    <a:pt x="22782" y="14281"/>
                  </a:cubicBezTo>
                  <a:cubicBezTo>
                    <a:pt x="21986" y="13315"/>
                    <a:pt x="21548" y="11889"/>
                    <a:pt x="21318" y="10128"/>
                  </a:cubicBezTo>
                  <a:close/>
                  <a:moveTo>
                    <a:pt x="18613" y="10128"/>
                  </a:moveTo>
                  <a:cubicBezTo>
                    <a:pt x="18687" y="9578"/>
                    <a:pt x="18717" y="9088"/>
                    <a:pt x="18717" y="8642"/>
                  </a:cubicBezTo>
                  <a:lnTo>
                    <a:pt x="18717" y="8612"/>
                  </a:lnTo>
                  <a:cubicBezTo>
                    <a:pt x="18717" y="7334"/>
                    <a:pt x="18435" y="6494"/>
                    <a:pt x="17989" y="5989"/>
                  </a:cubicBezTo>
                  <a:cubicBezTo>
                    <a:pt x="17424" y="5335"/>
                    <a:pt x="16250" y="4838"/>
                    <a:pt x="13783" y="5105"/>
                  </a:cubicBezTo>
                  <a:cubicBezTo>
                    <a:pt x="11279" y="5380"/>
                    <a:pt x="9875" y="5997"/>
                    <a:pt x="9080" y="6814"/>
                  </a:cubicBezTo>
                  <a:cubicBezTo>
                    <a:pt x="8315" y="7594"/>
                    <a:pt x="7913" y="8776"/>
                    <a:pt x="7913" y="10670"/>
                  </a:cubicBezTo>
                  <a:cubicBezTo>
                    <a:pt x="7913" y="12684"/>
                    <a:pt x="8203" y="13873"/>
                    <a:pt x="8842" y="14593"/>
                  </a:cubicBezTo>
                  <a:cubicBezTo>
                    <a:pt x="9444" y="15284"/>
                    <a:pt x="10640" y="15842"/>
                    <a:pt x="13256" y="15842"/>
                  </a:cubicBezTo>
                  <a:cubicBezTo>
                    <a:pt x="15269" y="15842"/>
                    <a:pt x="16421" y="15188"/>
                    <a:pt x="17157" y="14281"/>
                  </a:cubicBezTo>
                  <a:cubicBezTo>
                    <a:pt x="17944" y="13315"/>
                    <a:pt x="18390" y="11889"/>
                    <a:pt x="18613" y="10128"/>
                  </a:cubicBezTo>
                  <a:close/>
                  <a:moveTo>
                    <a:pt x="20255" y="15009"/>
                  </a:moveTo>
                  <a:lnTo>
                    <a:pt x="20129" y="15009"/>
                  </a:lnTo>
                  <a:cubicBezTo>
                    <a:pt x="19980" y="15009"/>
                    <a:pt x="19750" y="15009"/>
                    <a:pt x="19683" y="15009"/>
                  </a:cubicBezTo>
                  <a:cubicBezTo>
                    <a:pt x="19505" y="15307"/>
                    <a:pt x="19312" y="15589"/>
                    <a:pt x="19089" y="15857"/>
                  </a:cubicBezTo>
                  <a:cubicBezTo>
                    <a:pt x="17811" y="17432"/>
                    <a:pt x="15901" y="18338"/>
                    <a:pt x="13256" y="18338"/>
                  </a:cubicBezTo>
                  <a:cubicBezTo>
                    <a:pt x="10388" y="18338"/>
                    <a:pt x="8285" y="17744"/>
                    <a:pt x="6970" y="16243"/>
                  </a:cubicBezTo>
                  <a:cubicBezTo>
                    <a:pt x="6895" y="16161"/>
                    <a:pt x="6829" y="16072"/>
                    <a:pt x="6829" y="16072"/>
                  </a:cubicBezTo>
                  <a:lnTo>
                    <a:pt x="6665" y="16243"/>
                  </a:lnTo>
                  <a:lnTo>
                    <a:pt x="6665" y="27195"/>
                  </a:lnTo>
                  <a:cubicBezTo>
                    <a:pt x="9050" y="28488"/>
                    <a:pt x="14170" y="30821"/>
                    <a:pt x="19965" y="30821"/>
                  </a:cubicBezTo>
                  <a:cubicBezTo>
                    <a:pt x="25761" y="30821"/>
                    <a:pt x="30888" y="28488"/>
                    <a:pt x="33273" y="27195"/>
                  </a:cubicBezTo>
                  <a:lnTo>
                    <a:pt x="33273" y="16243"/>
                  </a:lnTo>
                  <a:lnTo>
                    <a:pt x="33110" y="16072"/>
                  </a:lnTo>
                  <a:cubicBezTo>
                    <a:pt x="33110" y="16072"/>
                    <a:pt x="33058" y="16146"/>
                    <a:pt x="32969" y="16243"/>
                  </a:cubicBezTo>
                  <a:cubicBezTo>
                    <a:pt x="31646" y="17744"/>
                    <a:pt x="29543" y="18338"/>
                    <a:pt x="26675" y="18338"/>
                  </a:cubicBezTo>
                  <a:cubicBezTo>
                    <a:pt x="24037" y="18338"/>
                    <a:pt x="22120" y="17432"/>
                    <a:pt x="20842" y="15857"/>
                  </a:cubicBezTo>
                  <a:cubicBezTo>
                    <a:pt x="20627" y="15589"/>
                    <a:pt x="20434" y="15307"/>
                    <a:pt x="20255" y="1500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4" name="Google Shape;1678;p69">
              <a:extLst>
                <a:ext uri="{FF2B5EF4-FFF2-40B4-BE49-F238E27FC236}">
                  <a16:creationId xmlns:a16="http://schemas.microsoft.com/office/drawing/2014/main" id="{05C23D5F-3B1D-A1F1-7DDA-BB16FD1FB0BA}"/>
                </a:ext>
              </a:extLst>
            </p:cNvPr>
            <p:cNvSpPr/>
            <p:nvPr/>
          </p:nvSpPr>
          <p:spPr>
            <a:xfrm>
              <a:off x="1456875" y="2479200"/>
              <a:ext cx="658000" cy="683600"/>
            </a:xfrm>
            <a:custGeom>
              <a:avLst/>
              <a:gdLst/>
              <a:ahLst/>
              <a:cxnLst/>
              <a:rect l="l" t="t" r="r" b="b"/>
              <a:pathLst>
                <a:path w="26320" h="27344" extrusionOk="0">
                  <a:moveTo>
                    <a:pt x="13472" y="0"/>
                  </a:moveTo>
                  <a:cubicBezTo>
                    <a:pt x="11443" y="0"/>
                    <a:pt x="9601" y="305"/>
                    <a:pt x="7944" y="922"/>
                  </a:cubicBezTo>
                  <a:cubicBezTo>
                    <a:pt x="6309" y="1531"/>
                    <a:pt x="4897" y="2415"/>
                    <a:pt x="3701" y="3589"/>
                  </a:cubicBezTo>
                  <a:cubicBezTo>
                    <a:pt x="2527" y="4763"/>
                    <a:pt x="1613" y="6190"/>
                    <a:pt x="952" y="7869"/>
                  </a:cubicBezTo>
                  <a:cubicBezTo>
                    <a:pt x="320" y="9556"/>
                    <a:pt x="1" y="11480"/>
                    <a:pt x="1" y="13657"/>
                  </a:cubicBezTo>
                  <a:cubicBezTo>
                    <a:pt x="1" y="15708"/>
                    <a:pt x="298" y="17573"/>
                    <a:pt x="877" y="19252"/>
                  </a:cubicBezTo>
                  <a:cubicBezTo>
                    <a:pt x="1487" y="20939"/>
                    <a:pt x="2356" y="22388"/>
                    <a:pt x="3478" y="23614"/>
                  </a:cubicBezTo>
                  <a:cubicBezTo>
                    <a:pt x="4622" y="24802"/>
                    <a:pt x="6019" y="25731"/>
                    <a:pt x="7654" y="26392"/>
                  </a:cubicBezTo>
                  <a:cubicBezTo>
                    <a:pt x="9289" y="27024"/>
                    <a:pt x="11139" y="27344"/>
                    <a:pt x="13212" y="27344"/>
                  </a:cubicBezTo>
                  <a:cubicBezTo>
                    <a:pt x="15188" y="27344"/>
                    <a:pt x="16987" y="27061"/>
                    <a:pt x="18592" y="26504"/>
                  </a:cubicBezTo>
                  <a:cubicBezTo>
                    <a:pt x="20204" y="25939"/>
                    <a:pt x="21586" y="25137"/>
                    <a:pt x="22730" y="24089"/>
                  </a:cubicBezTo>
                  <a:cubicBezTo>
                    <a:pt x="23875" y="23034"/>
                    <a:pt x="24759" y="21778"/>
                    <a:pt x="25368" y="20315"/>
                  </a:cubicBezTo>
                  <a:cubicBezTo>
                    <a:pt x="26000" y="18829"/>
                    <a:pt x="26319" y="17172"/>
                    <a:pt x="26319" y="15336"/>
                  </a:cubicBezTo>
                  <a:lnTo>
                    <a:pt x="26319" y="12773"/>
                  </a:lnTo>
                  <a:lnTo>
                    <a:pt x="13212" y="12773"/>
                  </a:lnTo>
                  <a:lnTo>
                    <a:pt x="13212" y="16837"/>
                  </a:lnTo>
                  <a:lnTo>
                    <a:pt x="20531" y="16837"/>
                  </a:lnTo>
                  <a:cubicBezTo>
                    <a:pt x="20434" y="17833"/>
                    <a:pt x="20152" y="18725"/>
                    <a:pt x="19691" y="19512"/>
                  </a:cubicBezTo>
                  <a:cubicBezTo>
                    <a:pt x="19104" y="20508"/>
                    <a:pt x="18265" y="21281"/>
                    <a:pt x="17165" y="21815"/>
                  </a:cubicBezTo>
                  <a:cubicBezTo>
                    <a:pt x="16095" y="22328"/>
                    <a:pt x="14809" y="22588"/>
                    <a:pt x="13323" y="22588"/>
                  </a:cubicBezTo>
                  <a:cubicBezTo>
                    <a:pt x="12179" y="22588"/>
                    <a:pt x="11139" y="22402"/>
                    <a:pt x="10210" y="22038"/>
                  </a:cubicBezTo>
                  <a:cubicBezTo>
                    <a:pt x="9311" y="21645"/>
                    <a:pt x="8531" y="21087"/>
                    <a:pt x="7869" y="20352"/>
                  </a:cubicBezTo>
                  <a:cubicBezTo>
                    <a:pt x="7216" y="19594"/>
                    <a:pt x="6710" y="18658"/>
                    <a:pt x="6369" y="17536"/>
                  </a:cubicBezTo>
                  <a:cubicBezTo>
                    <a:pt x="6027" y="16414"/>
                    <a:pt x="5856" y="15121"/>
                    <a:pt x="5856" y="13657"/>
                  </a:cubicBezTo>
                  <a:cubicBezTo>
                    <a:pt x="5856" y="11703"/>
                    <a:pt x="6160" y="10083"/>
                    <a:pt x="6770" y="8790"/>
                  </a:cubicBezTo>
                  <a:cubicBezTo>
                    <a:pt x="7409" y="7468"/>
                    <a:pt x="8300" y="6494"/>
                    <a:pt x="9445" y="5863"/>
                  </a:cubicBezTo>
                  <a:cubicBezTo>
                    <a:pt x="10589" y="5202"/>
                    <a:pt x="11934" y="4875"/>
                    <a:pt x="13472" y="4875"/>
                  </a:cubicBezTo>
                  <a:cubicBezTo>
                    <a:pt x="14616" y="4875"/>
                    <a:pt x="15642" y="5053"/>
                    <a:pt x="16548" y="5417"/>
                  </a:cubicBezTo>
                  <a:cubicBezTo>
                    <a:pt x="17447" y="5759"/>
                    <a:pt x="18190" y="6264"/>
                    <a:pt x="18777" y="6918"/>
                  </a:cubicBezTo>
                  <a:cubicBezTo>
                    <a:pt x="19387" y="7579"/>
                    <a:pt x="19788" y="8374"/>
                    <a:pt x="19988" y="9303"/>
                  </a:cubicBezTo>
                  <a:lnTo>
                    <a:pt x="25844" y="9303"/>
                  </a:lnTo>
                  <a:cubicBezTo>
                    <a:pt x="25650" y="7423"/>
                    <a:pt x="25011" y="5789"/>
                    <a:pt x="23941" y="4392"/>
                  </a:cubicBezTo>
                  <a:cubicBezTo>
                    <a:pt x="22886" y="3002"/>
                    <a:pt x="21474" y="1932"/>
                    <a:pt x="19691" y="1174"/>
                  </a:cubicBezTo>
                  <a:cubicBezTo>
                    <a:pt x="17938" y="394"/>
                    <a:pt x="15865" y="0"/>
                    <a:pt x="134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5" name="Google Shape;1679;p69">
              <a:extLst>
                <a:ext uri="{FF2B5EF4-FFF2-40B4-BE49-F238E27FC236}">
                  <a16:creationId xmlns:a16="http://schemas.microsoft.com/office/drawing/2014/main" id="{F1ED37B9-6802-D208-4EFE-DE59013A5FA8}"/>
                </a:ext>
              </a:extLst>
            </p:cNvPr>
            <p:cNvSpPr/>
            <p:nvPr/>
          </p:nvSpPr>
          <p:spPr>
            <a:xfrm>
              <a:off x="2168900" y="2664025"/>
              <a:ext cx="134500" cy="490600"/>
            </a:xfrm>
            <a:custGeom>
              <a:avLst/>
              <a:gdLst/>
              <a:ahLst/>
              <a:cxnLst/>
              <a:rect l="l" t="t" r="r" b="b"/>
              <a:pathLst>
                <a:path w="5380" h="19624" extrusionOk="0">
                  <a:moveTo>
                    <a:pt x="0" y="0"/>
                  </a:moveTo>
                  <a:lnTo>
                    <a:pt x="0" y="19624"/>
                  </a:lnTo>
                  <a:lnTo>
                    <a:pt x="5380" y="19624"/>
                  </a:lnTo>
                  <a:lnTo>
                    <a:pt x="53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6" name="Google Shape;1680;p69">
              <a:extLst>
                <a:ext uri="{FF2B5EF4-FFF2-40B4-BE49-F238E27FC236}">
                  <a16:creationId xmlns:a16="http://schemas.microsoft.com/office/drawing/2014/main" id="{C90424D9-04FB-FFE4-CFB3-B7329698287A}"/>
                </a:ext>
              </a:extLst>
            </p:cNvPr>
            <p:cNvSpPr/>
            <p:nvPr/>
          </p:nvSpPr>
          <p:spPr>
            <a:xfrm>
              <a:off x="2168900" y="2487550"/>
              <a:ext cx="134500" cy="113525"/>
            </a:xfrm>
            <a:custGeom>
              <a:avLst/>
              <a:gdLst/>
              <a:ahLst/>
              <a:cxnLst/>
              <a:rect l="l" t="t" r="r" b="b"/>
              <a:pathLst>
                <a:path w="5380" h="4541" extrusionOk="0">
                  <a:moveTo>
                    <a:pt x="0" y="1"/>
                  </a:moveTo>
                  <a:lnTo>
                    <a:pt x="0" y="4541"/>
                  </a:lnTo>
                  <a:lnTo>
                    <a:pt x="5380" y="4541"/>
                  </a:lnTo>
                  <a:lnTo>
                    <a:pt x="538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47" name="Google Shape;1681;p69">
              <a:extLst>
                <a:ext uri="{FF2B5EF4-FFF2-40B4-BE49-F238E27FC236}">
                  <a16:creationId xmlns:a16="http://schemas.microsoft.com/office/drawing/2014/main" id="{71D98747-D366-A1F5-CB13-2F5DFA8AD27E}"/>
                </a:ext>
              </a:extLst>
            </p:cNvPr>
            <p:cNvSpPr/>
            <p:nvPr/>
          </p:nvSpPr>
          <p:spPr>
            <a:xfrm>
              <a:off x="2340350" y="2517650"/>
              <a:ext cx="320275" cy="636975"/>
            </a:xfrm>
            <a:custGeom>
              <a:avLst/>
              <a:gdLst/>
              <a:ahLst/>
              <a:cxnLst/>
              <a:rect l="l" t="t" r="r" b="b"/>
              <a:pathLst>
                <a:path w="12811" h="25479" extrusionOk="0">
                  <a:moveTo>
                    <a:pt x="8858" y="0"/>
                  </a:moveTo>
                  <a:lnTo>
                    <a:pt x="3515" y="513"/>
                  </a:lnTo>
                  <a:lnTo>
                    <a:pt x="3515" y="5855"/>
                  </a:lnTo>
                  <a:lnTo>
                    <a:pt x="1" y="5855"/>
                  </a:lnTo>
                  <a:lnTo>
                    <a:pt x="1" y="10180"/>
                  </a:lnTo>
                  <a:lnTo>
                    <a:pt x="3515" y="10180"/>
                  </a:lnTo>
                  <a:lnTo>
                    <a:pt x="3515" y="20679"/>
                  </a:lnTo>
                  <a:cubicBezTo>
                    <a:pt x="3515" y="21660"/>
                    <a:pt x="3649" y="22514"/>
                    <a:pt x="3916" y="23242"/>
                  </a:cubicBezTo>
                  <a:cubicBezTo>
                    <a:pt x="4206" y="23948"/>
                    <a:pt x="4719" y="24498"/>
                    <a:pt x="5454" y="24892"/>
                  </a:cubicBezTo>
                  <a:cubicBezTo>
                    <a:pt x="6183" y="25278"/>
                    <a:pt x="7208" y="25479"/>
                    <a:pt x="8531" y="25479"/>
                  </a:cubicBezTo>
                  <a:lnTo>
                    <a:pt x="12811" y="25479"/>
                  </a:lnTo>
                  <a:lnTo>
                    <a:pt x="12811" y="21117"/>
                  </a:lnTo>
                  <a:lnTo>
                    <a:pt x="10433" y="21117"/>
                  </a:lnTo>
                  <a:cubicBezTo>
                    <a:pt x="9920" y="21117"/>
                    <a:pt x="9526" y="21021"/>
                    <a:pt x="9259" y="20827"/>
                  </a:cubicBezTo>
                  <a:cubicBezTo>
                    <a:pt x="8991" y="20634"/>
                    <a:pt x="8858" y="20240"/>
                    <a:pt x="8858" y="19653"/>
                  </a:cubicBezTo>
                  <a:lnTo>
                    <a:pt x="8858" y="10180"/>
                  </a:lnTo>
                  <a:lnTo>
                    <a:pt x="12811" y="10180"/>
                  </a:lnTo>
                  <a:lnTo>
                    <a:pt x="12811" y="5855"/>
                  </a:lnTo>
                  <a:lnTo>
                    <a:pt x="8858" y="5855"/>
                  </a:lnTo>
                  <a:lnTo>
                    <a:pt x="885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2" name="Google Shape;1682;p69">
              <a:extLst>
                <a:ext uri="{FF2B5EF4-FFF2-40B4-BE49-F238E27FC236}">
                  <a16:creationId xmlns:a16="http://schemas.microsoft.com/office/drawing/2014/main" id="{0F1F25DA-036F-7E00-7EAB-1D81C4D48AED}"/>
                </a:ext>
              </a:extLst>
            </p:cNvPr>
            <p:cNvSpPr/>
            <p:nvPr/>
          </p:nvSpPr>
          <p:spPr>
            <a:xfrm>
              <a:off x="2712625" y="2487550"/>
              <a:ext cx="599275" cy="667075"/>
            </a:xfrm>
            <a:custGeom>
              <a:avLst/>
              <a:gdLst/>
              <a:ahLst/>
              <a:cxnLst/>
              <a:rect l="l" t="t" r="r" b="b"/>
              <a:pathLst>
                <a:path w="23971" h="26683" extrusionOk="0">
                  <a:moveTo>
                    <a:pt x="0" y="1"/>
                  </a:moveTo>
                  <a:lnTo>
                    <a:pt x="0" y="26683"/>
                  </a:lnTo>
                  <a:lnTo>
                    <a:pt x="5707" y="26683"/>
                  </a:lnTo>
                  <a:lnTo>
                    <a:pt x="5707" y="15589"/>
                  </a:lnTo>
                  <a:lnTo>
                    <a:pt x="18264" y="15589"/>
                  </a:lnTo>
                  <a:lnTo>
                    <a:pt x="18264" y="26683"/>
                  </a:lnTo>
                  <a:lnTo>
                    <a:pt x="23970" y="26683"/>
                  </a:lnTo>
                  <a:lnTo>
                    <a:pt x="23970" y="1"/>
                  </a:lnTo>
                  <a:lnTo>
                    <a:pt x="18264" y="1"/>
                  </a:lnTo>
                  <a:lnTo>
                    <a:pt x="18264" y="10723"/>
                  </a:lnTo>
                  <a:lnTo>
                    <a:pt x="5707" y="10723"/>
                  </a:lnTo>
                  <a:lnTo>
                    <a:pt x="57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3" name="Google Shape;1683;p69">
              <a:extLst>
                <a:ext uri="{FF2B5EF4-FFF2-40B4-BE49-F238E27FC236}">
                  <a16:creationId xmlns:a16="http://schemas.microsoft.com/office/drawing/2014/main" id="{3C04A062-BDCE-2C8B-04BA-162D4EC7A840}"/>
                </a:ext>
              </a:extLst>
            </p:cNvPr>
            <p:cNvSpPr/>
            <p:nvPr/>
          </p:nvSpPr>
          <p:spPr>
            <a:xfrm>
              <a:off x="3371875" y="2664025"/>
              <a:ext cx="469450" cy="498775"/>
            </a:xfrm>
            <a:custGeom>
              <a:avLst/>
              <a:gdLst/>
              <a:ahLst/>
              <a:cxnLst/>
              <a:rect l="l" t="t" r="r" b="b"/>
              <a:pathLst>
                <a:path w="18778" h="19951" extrusionOk="0">
                  <a:moveTo>
                    <a:pt x="0" y="0"/>
                  </a:moveTo>
                  <a:lnTo>
                    <a:pt x="0" y="12231"/>
                  </a:lnTo>
                  <a:cubicBezTo>
                    <a:pt x="0" y="13888"/>
                    <a:pt x="253" y="15299"/>
                    <a:pt x="766" y="16473"/>
                  </a:cubicBezTo>
                  <a:cubicBezTo>
                    <a:pt x="1301" y="17617"/>
                    <a:pt x="2096" y="18487"/>
                    <a:pt x="3144" y="19074"/>
                  </a:cubicBezTo>
                  <a:cubicBezTo>
                    <a:pt x="4199" y="19661"/>
                    <a:pt x="5477" y="19951"/>
                    <a:pt x="6992" y="19951"/>
                  </a:cubicBezTo>
                  <a:cubicBezTo>
                    <a:pt x="8404" y="19951"/>
                    <a:pt x="9660" y="19624"/>
                    <a:pt x="10760" y="18962"/>
                  </a:cubicBezTo>
                  <a:cubicBezTo>
                    <a:pt x="11882" y="18279"/>
                    <a:pt x="12677" y="17305"/>
                    <a:pt x="13137" y="16035"/>
                  </a:cubicBezTo>
                  <a:lnTo>
                    <a:pt x="13397" y="16035"/>
                  </a:lnTo>
                  <a:lnTo>
                    <a:pt x="13613" y="19624"/>
                  </a:lnTo>
                  <a:lnTo>
                    <a:pt x="18777" y="19624"/>
                  </a:lnTo>
                  <a:lnTo>
                    <a:pt x="18777" y="0"/>
                  </a:lnTo>
                  <a:lnTo>
                    <a:pt x="13397" y="0"/>
                  </a:lnTo>
                  <a:lnTo>
                    <a:pt x="13397" y="10834"/>
                  </a:lnTo>
                  <a:cubicBezTo>
                    <a:pt x="13397" y="11688"/>
                    <a:pt x="13227" y="12483"/>
                    <a:pt x="12885" y="13219"/>
                  </a:cubicBezTo>
                  <a:cubicBezTo>
                    <a:pt x="12543" y="13925"/>
                    <a:pt x="12053" y="14497"/>
                    <a:pt x="11421" y="14935"/>
                  </a:cubicBezTo>
                  <a:cubicBezTo>
                    <a:pt x="10782" y="15374"/>
                    <a:pt x="10017" y="15596"/>
                    <a:pt x="9110" y="15596"/>
                  </a:cubicBezTo>
                  <a:cubicBezTo>
                    <a:pt x="8233" y="15596"/>
                    <a:pt x="7513" y="15411"/>
                    <a:pt x="6955" y="15047"/>
                  </a:cubicBezTo>
                  <a:cubicBezTo>
                    <a:pt x="6413" y="14653"/>
                    <a:pt x="6012" y="14103"/>
                    <a:pt x="5744" y="13397"/>
                  </a:cubicBezTo>
                  <a:cubicBezTo>
                    <a:pt x="5499" y="12691"/>
                    <a:pt x="5380" y="11822"/>
                    <a:pt x="5380" y="10797"/>
                  </a:cubicBezTo>
                  <a:lnTo>
                    <a:pt x="538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4" name="Google Shape;1684;p69">
              <a:extLst>
                <a:ext uri="{FF2B5EF4-FFF2-40B4-BE49-F238E27FC236}">
                  <a16:creationId xmlns:a16="http://schemas.microsoft.com/office/drawing/2014/main" id="{89954540-79BA-A27F-C81F-2D121B4ADBBB}"/>
                </a:ext>
              </a:extLst>
            </p:cNvPr>
            <p:cNvSpPr/>
            <p:nvPr/>
          </p:nvSpPr>
          <p:spPr>
            <a:xfrm>
              <a:off x="3906125" y="2487550"/>
              <a:ext cx="493200" cy="676175"/>
            </a:xfrm>
            <a:custGeom>
              <a:avLst/>
              <a:gdLst/>
              <a:ahLst/>
              <a:cxnLst/>
              <a:rect l="l" t="t" r="r" b="b"/>
              <a:pathLst>
                <a:path w="19728" h="27047" extrusionOk="0">
                  <a:moveTo>
                    <a:pt x="11896" y="27047"/>
                  </a:moveTo>
                  <a:cubicBezTo>
                    <a:pt x="10893" y="27047"/>
                    <a:pt x="9979" y="26891"/>
                    <a:pt x="9147" y="26571"/>
                  </a:cubicBezTo>
                  <a:cubicBezTo>
                    <a:pt x="8322" y="26252"/>
                    <a:pt x="7602" y="25813"/>
                    <a:pt x="6992" y="25256"/>
                  </a:cubicBezTo>
                  <a:cubicBezTo>
                    <a:pt x="6405" y="24691"/>
                    <a:pt x="5967" y="24030"/>
                    <a:pt x="5670" y="23280"/>
                  </a:cubicBezTo>
                  <a:lnTo>
                    <a:pt x="5380" y="23280"/>
                  </a:lnTo>
                  <a:lnTo>
                    <a:pt x="5157" y="26683"/>
                  </a:lnTo>
                  <a:lnTo>
                    <a:pt x="0" y="26683"/>
                  </a:lnTo>
                  <a:lnTo>
                    <a:pt x="0" y="1"/>
                  </a:lnTo>
                  <a:lnTo>
                    <a:pt x="5380" y="1"/>
                  </a:lnTo>
                  <a:lnTo>
                    <a:pt x="5380" y="10462"/>
                  </a:lnTo>
                  <a:lnTo>
                    <a:pt x="5670" y="10462"/>
                  </a:lnTo>
                  <a:cubicBezTo>
                    <a:pt x="6115" y="9341"/>
                    <a:pt x="6881" y="8441"/>
                    <a:pt x="7980" y="7758"/>
                  </a:cubicBezTo>
                  <a:cubicBezTo>
                    <a:pt x="9080" y="7052"/>
                    <a:pt x="10380" y="6695"/>
                    <a:pt x="11896" y="6695"/>
                  </a:cubicBezTo>
                  <a:cubicBezTo>
                    <a:pt x="13063" y="6695"/>
                    <a:pt x="14125" y="6918"/>
                    <a:pt x="15076" y="7357"/>
                  </a:cubicBezTo>
                  <a:cubicBezTo>
                    <a:pt x="16057" y="7773"/>
                    <a:pt x="16882" y="8404"/>
                    <a:pt x="17566" y="9259"/>
                  </a:cubicBezTo>
                  <a:cubicBezTo>
                    <a:pt x="18279" y="10113"/>
                    <a:pt x="18814" y="11176"/>
                    <a:pt x="19178" y="12439"/>
                  </a:cubicBezTo>
                  <a:cubicBezTo>
                    <a:pt x="19542" y="13709"/>
                    <a:pt x="19728" y="15188"/>
                    <a:pt x="19728" y="16867"/>
                  </a:cubicBezTo>
                  <a:cubicBezTo>
                    <a:pt x="19728" y="19119"/>
                    <a:pt x="19401" y="20991"/>
                    <a:pt x="18740" y="22507"/>
                  </a:cubicBezTo>
                  <a:cubicBezTo>
                    <a:pt x="18108" y="24023"/>
                    <a:pt x="17187" y="25152"/>
                    <a:pt x="15990" y="25910"/>
                  </a:cubicBezTo>
                  <a:cubicBezTo>
                    <a:pt x="14824" y="26668"/>
                    <a:pt x="13457" y="27047"/>
                    <a:pt x="11896" y="27047"/>
                  </a:cubicBezTo>
                  <a:close/>
                  <a:moveTo>
                    <a:pt x="9845" y="22693"/>
                  </a:moveTo>
                  <a:cubicBezTo>
                    <a:pt x="10722" y="22693"/>
                    <a:pt x="11495" y="22485"/>
                    <a:pt x="12149" y="22068"/>
                  </a:cubicBezTo>
                  <a:cubicBezTo>
                    <a:pt x="12810" y="21630"/>
                    <a:pt x="13323" y="20984"/>
                    <a:pt x="13687" y="20129"/>
                  </a:cubicBezTo>
                  <a:cubicBezTo>
                    <a:pt x="14051" y="19275"/>
                    <a:pt x="14237" y="18190"/>
                    <a:pt x="14237" y="16867"/>
                  </a:cubicBezTo>
                  <a:cubicBezTo>
                    <a:pt x="14237" y="15872"/>
                    <a:pt x="14125" y="15002"/>
                    <a:pt x="13910" y="14274"/>
                  </a:cubicBezTo>
                  <a:cubicBezTo>
                    <a:pt x="13709" y="13539"/>
                    <a:pt x="13419" y="12944"/>
                    <a:pt x="13033" y="12476"/>
                  </a:cubicBezTo>
                  <a:cubicBezTo>
                    <a:pt x="12639" y="11993"/>
                    <a:pt x="12179" y="11636"/>
                    <a:pt x="11636" y="11421"/>
                  </a:cubicBezTo>
                  <a:cubicBezTo>
                    <a:pt x="11101" y="11176"/>
                    <a:pt x="10507" y="11049"/>
                    <a:pt x="9845" y="11049"/>
                  </a:cubicBezTo>
                  <a:cubicBezTo>
                    <a:pt x="8872" y="11049"/>
                    <a:pt x="8055" y="11280"/>
                    <a:pt x="7393" y="11748"/>
                  </a:cubicBezTo>
                  <a:cubicBezTo>
                    <a:pt x="6732" y="12209"/>
                    <a:pt x="6234" y="12810"/>
                    <a:pt x="5893" y="13539"/>
                  </a:cubicBezTo>
                  <a:cubicBezTo>
                    <a:pt x="5573" y="14274"/>
                    <a:pt x="5417" y="15062"/>
                    <a:pt x="5417" y="15916"/>
                  </a:cubicBezTo>
                  <a:lnTo>
                    <a:pt x="5417" y="17826"/>
                  </a:lnTo>
                  <a:cubicBezTo>
                    <a:pt x="5417" y="18651"/>
                    <a:pt x="5573" y="19431"/>
                    <a:pt x="5893" y="20166"/>
                  </a:cubicBezTo>
                  <a:cubicBezTo>
                    <a:pt x="6234" y="20894"/>
                    <a:pt x="6732" y="21504"/>
                    <a:pt x="7393" y="21994"/>
                  </a:cubicBezTo>
                  <a:cubicBezTo>
                    <a:pt x="8055" y="22462"/>
                    <a:pt x="8872" y="22693"/>
                    <a:pt x="9845" y="22693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5" name="Google Shape;1685;p69">
              <a:extLst>
                <a:ext uri="{FF2B5EF4-FFF2-40B4-BE49-F238E27FC236}">
                  <a16:creationId xmlns:a16="http://schemas.microsoft.com/office/drawing/2014/main" id="{4C5B80CB-F802-9039-4C1F-6DFB9CF37FCB}"/>
                </a:ext>
              </a:extLst>
            </p:cNvPr>
            <p:cNvSpPr/>
            <p:nvPr/>
          </p:nvSpPr>
          <p:spPr>
            <a:xfrm>
              <a:off x="4567800" y="2479200"/>
              <a:ext cx="638650" cy="683600"/>
            </a:xfrm>
            <a:custGeom>
              <a:avLst/>
              <a:gdLst/>
              <a:ahLst/>
              <a:cxnLst/>
              <a:rect l="l" t="t" r="r" b="b"/>
              <a:pathLst>
                <a:path w="25546" h="27344" extrusionOk="0">
                  <a:moveTo>
                    <a:pt x="13249" y="0"/>
                  </a:moveTo>
                  <a:cubicBezTo>
                    <a:pt x="11272" y="0"/>
                    <a:pt x="9467" y="320"/>
                    <a:pt x="7832" y="951"/>
                  </a:cubicBezTo>
                  <a:cubicBezTo>
                    <a:pt x="6219" y="1568"/>
                    <a:pt x="4830" y="2467"/>
                    <a:pt x="3656" y="3663"/>
                  </a:cubicBezTo>
                  <a:cubicBezTo>
                    <a:pt x="2482" y="4837"/>
                    <a:pt x="1583" y="6264"/>
                    <a:pt x="951" y="7943"/>
                  </a:cubicBezTo>
                  <a:cubicBezTo>
                    <a:pt x="312" y="9630"/>
                    <a:pt x="0" y="11532"/>
                    <a:pt x="0" y="13657"/>
                  </a:cubicBezTo>
                  <a:cubicBezTo>
                    <a:pt x="0" y="15804"/>
                    <a:pt x="312" y="17714"/>
                    <a:pt x="951" y="19401"/>
                  </a:cubicBezTo>
                  <a:cubicBezTo>
                    <a:pt x="1583" y="21087"/>
                    <a:pt x="2482" y="22521"/>
                    <a:pt x="3656" y="23718"/>
                  </a:cubicBezTo>
                  <a:cubicBezTo>
                    <a:pt x="4830" y="24892"/>
                    <a:pt x="6219" y="25791"/>
                    <a:pt x="7832" y="26430"/>
                  </a:cubicBezTo>
                  <a:cubicBezTo>
                    <a:pt x="9467" y="27039"/>
                    <a:pt x="11272" y="27344"/>
                    <a:pt x="13249" y="27344"/>
                  </a:cubicBezTo>
                  <a:cubicBezTo>
                    <a:pt x="15493" y="27344"/>
                    <a:pt x="17491" y="26950"/>
                    <a:pt x="19245" y="26170"/>
                  </a:cubicBezTo>
                  <a:cubicBezTo>
                    <a:pt x="21006" y="25389"/>
                    <a:pt x="22433" y="24290"/>
                    <a:pt x="23532" y="22878"/>
                  </a:cubicBezTo>
                  <a:cubicBezTo>
                    <a:pt x="24654" y="21466"/>
                    <a:pt x="25323" y="19802"/>
                    <a:pt x="25546" y="17900"/>
                  </a:cubicBezTo>
                  <a:lnTo>
                    <a:pt x="20605" y="17900"/>
                  </a:lnTo>
                  <a:cubicBezTo>
                    <a:pt x="20404" y="18947"/>
                    <a:pt x="19966" y="19876"/>
                    <a:pt x="19282" y="20679"/>
                  </a:cubicBezTo>
                  <a:cubicBezTo>
                    <a:pt x="18598" y="21466"/>
                    <a:pt x="17744" y="22076"/>
                    <a:pt x="16726" y="22514"/>
                  </a:cubicBezTo>
                  <a:cubicBezTo>
                    <a:pt x="15701" y="22952"/>
                    <a:pt x="14541" y="23168"/>
                    <a:pt x="13249" y="23168"/>
                  </a:cubicBezTo>
                  <a:cubicBezTo>
                    <a:pt x="11978" y="23168"/>
                    <a:pt x="10834" y="22975"/>
                    <a:pt x="9808" y="22588"/>
                  </a:cubicBezTo>
                  <a:cubicBezTo>
                    <a:pt x="8805" y="22172"/>
                    <a:pt x="7951" y="21563"/>
                    <a:pt x="7245" y="20753"/>
                  </a:cubicBezTo>
                  <a:cubicBezTo>
                    <a:pt x="6539" y="19950"/>
                    <a:pt x="5989" y="18962"/>
                    <a:pt x="5595" y="17788"/>
                  </a:cubicBezTo>
                  <a:cubicBezTo>
                    <a:pt x="5209" y="16592"/>
                    <a:pt x="5008" y="15217"/>
                    <a:pt x="5008" y="13657"/>
                  </a:cubicBezTo>
                  <a:cubicBezTo>
                    <a:pt x="5008" y="11606"/>
                    <a:pt x="5343" y="9875"/>
                    <a:pt x="5997" y="8456"/>
                  </a:cubicBezTo>
                  <a:cubicBezTo>
                    <a:pt x="6680" y="7044"/>
                    <a:pt x="7631" y="5982"/>
                    <a:pt x="8857" y="5276"/>
                  </a:cubicBezTo>
                  <a:cubicBezTo>
                    <a:pt x="10098" y="4540"/>
                    <a:pt x="11562" y="4176"/>
                    <a:pt x="13249" y="4176"/>
                  </a:cubicBezTo>
                  <a:cubicBezTo>
                    <a:pt x="14564" y="4176"/>
                    <a:pt x="15723" y="4392"/>
                    <a:pt x="16726" y="4837"/>
                  </a:cubicBezTo>
                  <a:cubicBezTo>
                    <a:pt x="17744" y="5276"/>
                    <a:pt x="18591" y="5885"/>
                    <a:pt x="19245" y="6665"/>
                  </a:cubicBezTo>
                  <a:cubicBezTo>
                    <a:pt x="19929" y="7445"/>
                    <a:pt x="20382" y="8359"/>
                    <a:pt x="20605" y="9407"/>
                  </a:cubicBezTo>
                  <a:lnTo>
                    <a:pt x="25546" y="9407"/>
                  </a:lnTo>
                  <a:cubicBezTo>
                    <a:pt x="25278" y="7505"/>
                    <a:pt x="24595" y="5863"/>
                    <a:pt x="23495" y="4466"/>
                  </a:cubicBezTo>
                  <a:cubicBezTo>
                    <a:pt x="22418" y="3054"/>
                    <a:pt x="21006" y="1955"/>
                    <a:pt x="19245" y="1174"/>
                  </a:cubicBezTo>
                  <a:cubicBezTo>
                    <a:pt x="17491" y="394"/>
                    <a:pt x="15493" y="0"/>
                    <a:pt x="132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6" name="Google Shape;1686;p69">
              <a:extLst>
                <a:ext uri="{FF2B5EF4-FFF2-40B4-BE49-F238E27FC236}">
                  <a16:creationId xmlns:a16="http://schemas.microsoft.com/office/drawing/2014/main" id="{548346C3-DA9F-6C22-5F45-5A114BC9E4DD}"/>
                </a:ext>
              </a:extLst>
            </p:cNvPr>
            <p:cNvSpPr/>
            <p:nvPr/>
          </p:nvSpPr>
          <p:spPr>
            <a:xfrm>
              <a:off x="5225200" y="2658625"/>
              <a:ext cx="481325" cy="504175"/>
            </a:xfrm>
            <a:custGeom>
              <a:avLst/>
              <a:gdLst/>
              <a:ahLst/>
              <a:cxnLst/>
              <a:rect l="l" t="t" r="r" b="b"/>
              <a:pathLst>
                <a:path w="19253" h="20167" extrusionOk="0">
                  <a:moveTo>
                    <a:pt x="9660" y="20167"/>
                  </a:moveTo>
                  <a:cubicBezTo>
                    <a:pt x="8196" y="20167"/>
                    <a:pt x="6881" y="19944"/>
                    <a:pt x="5707" y="19505"/>
                  </a:cubicBezTo>
                  <a:cubicBezTo>
                    <a:pt x="4533" y="19045"/>
                    <a:pt x="3515" y="18376"/>
                    <a:pt x="2631" y="17492"/>
                  </a:cubicBezTo>
                  <a:cubicBezTo>
                    <a:pt x="1776" y="16615"/>
                    <a:pt x="1122" y="15552"/>
                    <a:pt x="654" y="14312"/>
                  </a:cubicBezTo>
                  <a:cubicBezTo>
                    <a:pt x="216" y="13063"/>
                    <a:pt x="0" y="11666"/>
                    <a:pt x="0" y="10099"/>
                  </a:cubicBezTo>
                  <a:cubicBezTo>
                    <a:pt x="0" y="8100"/>
                    <a:pt x="379" y="6346"/>
                    <a:pt x="1130" y="4831"/>
                  </a:cubicBezTo>
                  <a:cubicBezTo>
                    <a:pt x="1910" y="3315"/>
                    <a:pt x="3024" y="2133"/>
                    <a:pt x="4466" y="1279"/>
                  </a:cubicBezTo>
                  <a:cubicBezTo>
                    <a:pt x="5900" y="424"/>
                    <a:pt x="7631" y="1"/>
                    <a:pt x="9660" y="1"/>
                  </a:cubicBezTo>
                  <a:cubicBezTo>
                    <a:pt x="11101" y="1"/>
                    <a:pt x="12402" y="231"/>
                    <a:pt x="13576" y="692"/>
                  </a:cubicBezTo>
                  <a:cubicBezTo>
                    <a:pt x="14750" y="1160"/>
                    <a:pt x="15745" y="1829"/>
                    <a:pt x="16578" y="2706"/>
                  </a:cubicBezTo>
                  <a:cubicBezTo>
                    <a:pt x="17432" y="3590"/>
                    <a:pt x="18093" y="4645"/>
                    <a:pt x="18554" y="5893"/>
                  </a:cubicBezTo>
                  <a:cubicBezTo>
                    <a:pt x="19015" y="7112"/>
                    <a:pt x="19252" y="8516"/>
                    <a:pt x="19252" y="10099"/>
                  </a:cubicBezTo>
                  <a:cubicBezTo>
                    <a:pt x="19252" y="12075"/>
                    <a:pt x="18859" y="13821"/>
                    <a:pt x="18078" y="15337"/>
                  </a:cubicBezTo>
                  <a:cubicBezTo>
                    <a:pt x="17321" y="16845"/>
                    <a:pt x="16221" y="18034"/>
                    <a:pt x="14787" y="18889"/>
                  </a:cubicBezTo>
                  <a:cubicBezTo>
                    <a:pt x="13368" y="19736"/>
                    <a:pt x="11659" y="20167"/>
                    <a:pt x="9660" y="20167"/>
                  </a:cubicBezTo>
                  <a:close/>
                  <a:moveTo>
                    <a:pt x="9623" y="16399"/>
                  </a:moveTo>
                  <a:cubicBezTo>
                    <a:pt x="10626" y="16399"/>
                    <a:pt x="11503" y="16162"/>
                    <a:pt x="12260" y="15701"/>
                  </a:cubicBezTo>
                  <a:cubicBezTo>
                    <a:pt x="13018" y="15211"/>
                    <a:pt x="13598" y="14505"/>
                    <a:pt x="14014" y="13576"/>
                  </a:cubicBezTo>
                  <a:cubicBezTo>
                    <a:pt x="14430" y="12625"/>
                    <a:pt x="14638" y="11466"/>
                    <a:pt x="14638" y="10099"/>
                  </a:cubicBezTo>
                  <a:cubicBezTo>
                    <a:pt x="14638" y="9073"/>
                    <a:pt x="14519" y="8174"/>
                    <a:pt x="14274" y="7394"/>
                  </a:cubicBezTo>
                  <a:cubicBezTo>
                    <a:pt x="14051" y="6584"/>
                    <a:pt x="13724" y="5915"/>
                    <a:pt x="13286" y="5380"/>
                  </a:cubicBezTo>
                  <a:cubicBezTo>
                    <a:pt x="12847" y="4845"/>
                    <a:pt x="12320" y="4437"/>
                    <a:pt x="11711" y="4169"/>
                  </a:cubicBezTo>
                  <a:cubicBezTo>
                    <a:pt x="11101" y="3902"/>
                    <a:pt x="10418" y="3768"/>
                    <a:pt x="9660" y="3768"/>
                  </a:cubicBezTo>
                  <a:cubicBezTo>
                    <a:pt x="8657" y="3768"/>
                    <a:pt x="7773" y="4013"/>
                    <a:pt x="6985" y="4504"/>
                  </a:cubicBezTo>
                  <a:cubicBezTo>
                    <a:pt x="6234" y="4964"/>
                    <a:pt x="5647" y="5670"/>
                    <a:pt x="5231" y="6621"/>
                  </a:cubicBezTo>
                  <a:cubicBezTo>
                    <a:pt x="4815" y="7550"/>
                    <a:pt x="4607" y="8709"/>
                    <a:pt x="4607" y="10099"/>
                  </a:cubicBezTo>
                  <a:cubicBezTo>
                    <a:pt x="4607" y="11124"/>
                    <a:pt x="4719" y="12038"/>
                    <a:pt x="4942" y="12848"/>
                  </a:cubicBezTo>
                  <a:cubicBezTo>
                    <a:pt x="5179" y="13628"/>
                    <a:pt x="5521" y="14289"/>
                    <a:pt x="5967" y="14824"/>
                  </a:cubicBezTo>
                  <a:cubicBezTo>
                    <a:pt x="6405" y="15337"/>
                    <a:pt x="6925" y="15723"/>
                    <a:pt x="7535" y="15991"/>
                  </a:cubicBezTo>
                  <a:cubicBezTo>
                    <a:pt x="8174" y="16266"/>
                    <a:pt x="8865" y="16399"/>
                    <a:pt x="9623" y="163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7" name="Google Shape;1687;p69">
              <a:extLst>
                <a:ext uri="{FF2B5EF4-FFF2-40B4-BE49-F238E27FC236}">
                  <a16:creationId xmlns:a16="http://schemas.microsoft.com/office/drawing/2014/main" id="{842FF09A-29DE-D5D1-0A5E-51CFC9E633AC}"/>
                </a:ext>
              </a:extLst>
            </p:cNvPr>
            <p:cNvSpPr/>
            <p:nvPr/>
          </p:nvSpPr>
          <p:spPr>
            <a:xfrm>
              <a:off x="5743650" y="2658625"/>
              <a:ext cx="478550" cy="648700"/>
            </a:xfrm>
            <a:custGeom>
              <a:avLst/>
              <a:gdLst/>
              <a:ahLst/>
              <a:cxnLst/>
              <a:rect l="l" t="t" r="r" b="b"/>
              <a:pathLst>
                <a:path w="19142" h="25948" extrusionOk="0">
                  <a:moveTo>
                    <a:pt x="38" y="365"/>
                  </a:moveTo>
                  <a:lnTo>
                    <a:pt x="1" y="25947"/>
                  </a:lnTo>
                  <a:lnTo>
                    <a:pt x="4578" y="25947"/>
                  </a:lnTo>
                  <a:lnTo>
                    <a:pt x="4578" y="16251"/>
                  </a:lnTo>
                  <a:lnTo>
                    <a:pt x="4867" y="16251"/>
                  </a:lnTo>
                  <a:cubicBezTo>
                    <a:pt x="5187" y="17031"/>
                    <a:pt x="5640" y="17729"/>
                    <a:pt x="6227" y="18339"/>
                  </a:cubicBezTo>
                  <a:cubicBezTo>
                    <a:pt x="6836" y="18918"/>
                    <a:pt x="7565" y="19386"/>
                    <a:pt x="8419" y="19728"/>
                  </a:cubicBezTo>
                  <a:cubicBezTo>
                    <a:pt x="9274" y="20048"/>
                    <a:pt x="10225" y="20204"/>
                    <a:pt x="11272" y="20204"/>
                  </a:cubicBezTo>
                  <a:cubicBezTo>
                    <a:pt x="12833" y="20204"/>
                    <a:pt x="14207" y="19825"/>
                    <a:pt x="15374" y="19067"/>
                  </a:cubicBezTo>
                  <a:cubicBezTo>
                    <a:pt x="16570" y="18287"/>
                    <a:pt x="17499" y="17150"/>
                    <a:pt x="18153" y="15664"/>
                  </a:cubicBezTo>
                  <a:cubicBezTo>
                    <a:pt x="18814" y="14148"/>
                    <a:pt x="19141" y="12298"/>
                    <a:pt x="19141" y="10099"/>
                  </a:cubicBezTo>
                  <a:cubicBezTo>
                    <a:pt x="19141" y="8442"/>
                    <a:pt x="18948" y="6993"/>
                    <a:pt x="18562" y="5745"/>
                  </a:cubicBezTo>
                  <a:cubicBezTo>
                    <a:pt x="18190" y="4474"/>
                    <a:pt x="17655" y="3419"/>
                    <a:pt x="16949" y="2564"/>
                  </a:cubicBezTo>
                  <a:cubicBezTo>
                    <a:pt x="16266" y="1710"/>
                    <a:pt x="15433" y="1071"/>
                    <a:pt x="14460" y="662"/>
                  </a:cubicBezTo>
                  <a:cubicBezTo>
                    <a:pt x="13509" y="216"/>
                    <a:pt x="12446" y="1"/>
                    <a:pt x="11272" y="1"/>
                  </a:cubicBezTo>
                  <a:cubicBezTo>
                    <a:pt x="9690" y="1"/>
                    <a:pt x="8337" y="365"/>
                    <a:pt x="7215" y="1101"/>
                  </a:cubicBezTo>
                  <a:cubicBezTo>
                    <a:pt x="6116" y="1829"/>
                    <a:pt x="5336" y="2780"/>
                    <a:pt x="4867" y="3954"/>
                  </a:cubicBezTo>
                  <a:lnTo>
                    <a:pt x="4578" y="3954"/>
                  </a:lnTo>
                  <a:lnTo>
                    <a:pt x="4429" y="365"/>
                  </a:lnTo>
                  <a:close/>
                  <a:moveTo>
                    <a:pt x="12157" y="15775"/>
                  </a:moveTo>
                  <a:cubicBezTo>
                    <a:pt x="11421" y="16236"/>
                    <a:pt x="10567" y="16466"/>
                    <a:pt x="9593" y="16466"/>
                  </a:cubicBezTo>
                  <a:cubicBezTo>
                    <a:pt x="8761" y="16466"/>
                    <a:pt x="8033" y="16325"/>
                    <a:pt x="7394" y="16028"/>
                  </a:cubicBezTo>
                  <a:cubicBezTo>
                    <a:pt x="6784" y="15716"/>
                    <a:pt x="6272" y="15307"/>
                    <a:pt x="5856" y="14824"/>
                  </a:cubicBezTo>
                  <a:cubicBezTo>
                    <a:pt x="5469" y="14312"/>
                    <a:pt x="5165" y="13739"/>
                    <a:pt x="4942" y="13100"/>
                  </a:cubicBezTo>
                  <a:cubicBezTo>
                    <a:pt x="4749" y="12469"/>
                    <a:pt x="4652" y="11808"/>
                    <a:pt x="4652" y="11124"/>
                  </a:cubicBezTo>
                  <a:lnTo>
                    <a:pt x="4652" y="9073"/>
                  </a:lnTo>
                  <a:cubicBezTo>
                    <a:pt x="4652" y="8152"/>
                    <a:pt x="4838" y="7283"/>
                    <a:pt x="5202" y="6480"/>
                  </a:cubicBezTo>
                  <a:cubicBezTo>
                    <a:pt x="5566" y="5670"/>
                    <a:pt x="6116" y="5016"/>
                    <a:pt x="6844" y="4504"/>
                  </a:cubicBezTo>
                  <a:cubicBezTo>
                    <a:pt x="7579" y="3991"/>
                    <a:pt x="8493" y="3731"/>
                    <a:pt x="9593" y="3731"/>
                  </a:cubicBezTo>
                  <a:cubicBezTo>
                    <a:pt x="10567" y="3731"/>
                    <a:pt x="11421" y="3961"/>
                    <a:pt x="12157" y="4429"/>
                  </a:cubicBezTo>
                  <a:cubicBezTo>
                    <a:pt x="12885" y="4890"/>
                    <a:pt x="13449" y="5596"/>
                    <a:pt x="13836" y="6554"/>
                  </a:cubicBezTo>
                  <a:cubicBezTo>
                    <a:pt x="14252" y="7476"/>
                    <a:pt x="14460" y="8665"/>
                    <a:pt x="14460" y="10099"/>
                  </a:cubicBezTo>
                  <a:cubicBezTo>
                    <a:pt x="14460" y="11518"/>
                    <a:pt x="14252" y="12699"/>
                    <a:pt x="13836" y="13650"/>
                  </a:cubicBezTo>
                  <a:cubicBezTo>
                    <a:pt x="13449" y="14579"/>
                    <a:pt x="12885" y="15285"/>
                    <a:pt x="12157" y="15775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8" name="Google Shape;1688;p69">
              <a:extLst>
                <a:ext uri="{FF2B5EF4-FFF2-40B4-BE49-F238E27FC236}">
                  <a16:creationId xmlns:a16="http://schemas.microsoft.com/office/drawing/2014/main" id="{0CC9C921-D97F-7AC1-61DB-9E7B00FE4ADD}"/>
                </a:ext>
              </a:extLst>
            </p:cNvPr>
            <p:cNvSpPr/>
            <p:nvPr/>
          </p:nvSpPr>
          <p:spPr>
            <a:xfrm>
              <a:off x="6268050" y="2667750"/>
              <a:ext cx="114450" cy="486875"/>
            </a:xfrm>
            <a:custGeom>
              <a:avLst/>
              <a:gdLst/>
              <a:ahLst/>
              <a:cxnLst/>
              <a:rect l="l" t="t" r="r" b="b"/>
              <a:pathLst>
                <a:path w="4578" h="19475" extrusionOk="0">
                  <a:moveTo>
                    <a:pt x="0" y="0"/>
                  </a:moveTo>
                  <a:lnTo>
                    <a:pt x="0" y="19475"/>
                  </a:lnTo>
                  <a:lnTo>
                    <a:pt x="4578" y="19475"/>
                  </a:lnTo>
                  <a:lnTo>
                    <a:pt x="457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59" name="Google Shape;1689;p69">
              <a:extLst>
                <a:ext uri="{FF2B5EF4-FFF2-40B4-BE49-F238E27FC236}">
                  <a16:creationId xmlns:a16="http://schemas.microsoft.com/office/drawing/2014/main" id="{2190E31C-7E53-CE78-F406-264CE2E09729}"/>
                </a:ext>
              </a:extLst>
            </p:cNvPr>
            <p:cNvSpPr/>
            <p:nvPr/>
          </p:nvSpPr>
          <p:spPr>
            <a:xfrm>
              <a:off x="6268050" y="2487550"/>
              <a:ext cx="114450" cy="111675"/>
            </a:xfrm>
            <a:custGeom>
              <a:avLst/>
              <a:gdLst/>
              <a:ahLst/>
              <a:cxnLst/>
              <a:rect l="l" t="t" r="r" b="b"/>
              <a:pathLst>
                <a:path w="4578" h="4467" extrusionOk="0">
                  <a:moveTo>
                    <a:pt x="0" y="1"/>
                  </a:moveTo>
                  <a:lnTo>
                    <a:pt x="0" y="4466"/>
                  </a:lnTo>
                  <a:lnTo>
                    <a:pt x="4578" y="4466"/>
                  </a:lnTo>
                  <a:lnTo>
                    <a:pt x="45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0" name="Google Shape;1690;p69">
              <a:extLst>
                <a:ext uri="{FF2B5EF4-FFF2-40B4-BE49-F238E27FC236}">
                  <a16:creationId xmlns:a16="http://schemas.microsoft.com/office/drawing/2014/main" id="{AF89A815-4609-4DF8-C099-C84B6966130F}"/>
                </a:ext>
              </a:extLst>
            </p:cNvPr>
            <p:cNvSpPr/>
            <p:nvPr/>
          </p:nvSpPr>
          <p:spPr>
            <a:xfrm>
              <a:off x="6441725" y="2487550"/>
              <a:ext cx="114275" cy="667075"/>
            </a:xfrm>
            <a:custGeom>
              <a:avLst/>
              <a:gdLst/>
              <a:ahLst/>
              <a:cxnLst/>
              <a:rect l="l" t="t" r="r" b="b"/>
              <a:pathLst>
                <a:path w="4571" h="26683" extrusionOk="0">
                  <a:moveTo>
                    <a:pt x="1" y="1"/>
                  </a:moveTo>
                  <a:lnTo>
                    <a:pt x="1" y="26683"/>
                  </a:lnTo>
                  <a:lnTo>
                    <a:pt x="4571" y="26683"/>
                  </a:lnTo>
                  <a:lnTo>
                    <a:pt x="457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1" name="Google Shape;1691;p69">
              <a:extLst>
                <a:ext uri="{FF2B5EF4-FFF2-40B4-BE49-F238E27FC236}">
                  <a16:creationId xmlns:a16="http://schemas.microsoft.com/office/drawing/2014/main" id="{1EC6DEB2-803D-57CA-8873-DD8CB7C56C8C}"/>
                </a:ext>
              </a:extLst>
            </p:cNvPr>
            <p:cNvSpPr/>
            <p:nvPr/>
          </p:nvSpPr>
          <p:spPr>
            <a:xfrm>
              <a:off x="6594250" y="2658625"/>
              <a:ext cx="481325" cy="504175"/>
            </a:xfrm>
            <a:custGeom>
              <a:avLst/>
              <a:gdLst/>
              <a:ahLst/>
              <a:cxnLst/>
              <a:rect l="l" t="t" r="r" b="b"/>
              <a:pathLst>
                <a:path w="19253" h="20167" extrusionOk="0">
                  <a:moveTo>
                    <a:pt x="9667" y="20167"/>
                  </a:moveTo>
                  <a:cubicBezTo>
                    <a:pt x="8203" y="20167"/>
                    <a:pt x="6881" y="19944"/>
                    <a:pt x="5714" y="19505"/>
                  </a:cubicBezTo>
                  <a:cubicBezTo>
                    <a:pt x="4540" y="19045"/>
                    <a:pt x="3515" y="18376"/>
                    <a:pt x="2638" y="17492"/>
                  </a:cubicBezTo>
                  <a:cubicBezTo>
                    <a:pt x="1784" y="16615"/>
                    <a:pt x="1122" y="15552"/>
                    <a:pt x="662" y="14312"/>
                  </a:cubicBezTo>
                  <a:cubicBezTo>
                    <a:pt x="223" y="13063"/>
                    <a:pt x="0" y="11666"/>
                    <a:pt x="0" y="10099"/>
                  </a:cubicBezTo>
                  <a:cubicBezTo>
                    <a:pt x="0" y="8100"/>
                    <a:pt x="379" y="6346"/>
                    <a:pt x="1137" y="4831"/>
                  </a:cubicBezTo>
                  <a:cubicBezTo>
                    <a:pt x="1917" y="3315"/>
                    <a:pt x="3024" y="2133"/>
                    <a:pt x="4466" y="1279"/>
                  </a:cubicBezTo>
                  <a:cubicBezTo>
                    <a:pt x="5907" y="424"/>
                    <a:pt x="7639" y="1"/>
                    <a:pt x="9667" y="1"/>
                  </a:cubicBezTo>
                  <a:cubicBezTo>
                    <a:pt x="11101" y="1"/>
                    <a:pt x="12409" y="231"/>
                    <a:pt x="13583" y="692"/>
                  </a:cubicBezTo>
                  <a:cubicBezTo>
                    <a:pt x="14750" y="1160"/>
                    <a:pt x="15753" y="1829"/>
                    <a:pt x="16585" y="2706"/>
                  </a:cubicBezTo>
                  <a:cubicBezTo>
                    <a:pt x="17439" y="3590"/>
                    <a:pt x="18093" y="4645"/>
                    <a:pt x="18561" y="5893"/>
                  </a:cubicBezTo>
                  <a:cubicBezTo>
                    <a:pt x="19022" y="7112"/>
                    <a:pt x="19252" y="8516"/>
                    <a:pt x="19252" y="10099"/>
                  </a:cubicBezTo>
                  <a:cubicBezTo>
                    <a:pt x="19252" y="12075"/>
                    <a:pt x="18866" y="13821"/>
                    <a:pt x="18086" y="15337"/>
                  </a:cubicBezTo>
                  <a:cubicBezTo>
                    <a:pt x="17328" y="16845"/>
                    <a:pt x="16228" y="18034"/>
                    <a:pt x="14787" y="18889"/>
                  </a:cubicBezTo>
                  <a:cubicBezTo>
                    <a:pt x="13375" y="19736"/>
                    <a:pt x="11666" y="20167"/>
                    <a:pt x="9667" y="20167"/>
                  </a:cubicBezTo>
                  <a:close/>
                  <a:moveTo>
                    <a:pt x="9630" y="16399"/>
                  </a:moveTo>
                  <a:cubicBezTo>
                    <a:pt x="10626" y="16399"/>
                    <a:pt x="11510" y="16162"/>
                    <a:pt x="12260" y="15701"/>
                  </a:cubicBezTo>
                  <a:cubicBezTo>
                    <a:pt x="13018" y="15211"/>
                    <a:pt x="13605" y="14505"/>
                    <a:pt x="14021" y="13576"/>
                  </a:cubicBezTo>
                  <a:cubicBezTo>
                    <a:pt x="14437" y="12625"/>
                    <a:pt x="14645" y="11466"/>
                    <a:pt x="14645" y="10099"/>
                  </a:cubicBezTo>
                  <a:cubicBezTo>
                    <a:pt x="14645" y="9073"/>
                    <a:pt x="14519" y="8174"/>
                    <a:pt x="14274" y="7394"/>
                  </a:cubicBezTo>
                  <a:cubicBezTo>
                    <a:pt x="14058" y="6584"/>
                    <a:pt x="13724" y="5915"/>
                    <a:pt x="13286" y="5380"/>
                  </a:cubicBezTo>
                  <a:cubicBezTo>
                    <a:pt x="12847" y="4845"/>
                    <a:pt x="12327" y="4437"/>
                    <a:pt x="11710" y="4169"/>
                  </a:cubicBezTo>
                  <a:cubicBezTo>
                    <a:pt x="11101" y="3902"/>
                    <a:pt x="10418" y="3768"/>
                    <a:pt x="9667" y="3768"/>
                  </a:cubicBezTo>
                  <a:cubicBezTo>
                    <a:pt x="8664" y="3768"/>
                    <a:pt x="7772" y="4013"/>
                    <a:pt x="6992" y="4504"/>
                  </a:cubicBezTo>
                  <a:cubicBezTo>
                    <a:pt x="6234" y="4964"/>
                    <a:pt x="5647" y="5670"/>
                    <a:pt x="5239" y="6621"/>
                  </a:cubicBezTo>
                  <a:cubicBezTo>
                    <a:pt x="4823" y="7550"/>
                    <a:pt x="4614" y="8709"/>
                    <a:pt x="4614" y="10099"/>
                  </a:cubicBezTo>
                  <a:cubicBezTo>
                    <a:pt x="4614" y="11124"/>
                    <a:pt x="4726" y="12038"/>
                    <a:pt x="4941" y="12848"/>
                  </a:cubicBezTo>
                  <a:cubicBezTo>
                    <a:pt x="5187" y="13628"/>
                    <a:pt x="5528" y="14289"/>
                    <a:pt x="5967" y="14824"/>
                  </a:cubicBezTo>
                  <a:cubicBezTo>
                    <a:pt x="6405" y="15337"/>
                    <a:pt x="6933" y="15723"/>
                    <a:pt x="7542" y="15991"/>
                  </a:cubicBezTo>
                  <a:cubicBezTo>
                    <a:pt x="8174" y="16266"/>
                    <a:pt x="8872" y="16399"/>
                    <a:pt x="9630" y="16399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  <p:sp>
          <p:nvSpPr>
            <p:cNvPr id="62" name="Google Shape;1692;p69">
              <a:extLst>
                <a:ext uri="{FF2B5EF4-FFF2-40B4-BE49-F238E27FC236}">
                  <a16:creationId xmlns:a16="http://schemas.microsoft.com/office/drawing/2014/main" id="{B88DDD2D-EBFB-4519-46E9-21FAC2E7F5CC}"/>
                </a:ext>
              </a:extLst>
            </p:cNvPr>
            <p:cNvSpPr/>
            <p:nvPr/>
          </p:nvSpPr>
          <p:spPr>
            <a:xfrm>
              <a:off x="7068125" y="2518575"/>
              <a:ext cx="306525" cy="636050"/>
            </a:xfrm>
            <a:custGeom>
              <a:avLst/>
              <a:gdLst/>
              <a:ahLst/>
              <a:cxnLst/>
              <a:rect l="l" t="t" r="r" b="b"/>
              <a:pathLst>
                <a:path w="12261" h="25442" extrusionOk="0">
                  <a:moveTo>
                    <a:pt x="8122" y="1"/>
                  </a:moveTo>
                  <a:lnTo>
                    <a:pt x="3582" y="476"/>
                  </a:lnTo>
                  <a:lnTo>
                    <a:pt x="3582" y="5967"/>
                  </a:lnTo>
                  <a:lnTo>
                    <a:pt x="0" y="5967"/>
                  </a:lnTo>
                  <a:lnTo>
                    <a:pt x="0" y="9667"/>
                  </a:lnTo>
                  <a:lnTo>
                    <a:pt x="3582" y="9667"/>
                  </a:lnTo>
                  <a:lnTo>
                    <a:pt x="3582" y="21013"/>
                  </a:lnTo>
                  <a:cubicBezTo>
                    <a:pt x="3582" y="21935"/>
                    <a:pt x="3715" y="22730"/>
                    <a:pt x="3983" y="23391"/>
                  </a:cubicBezTo>
                  <a:cubicBezTo>
                    <a:pt x="4258" y="24045"/>
                    <a:pt x="4718" y="24557"/>
                    <a:pt x="5380" y="24929"/>
                  </a:cubicBezTo>
                  <a:cubicBezTo>
                    <a:pt x="6063" y="25271"/>
                    <a:pt x="7000" y="25442"/>
                    <a:pt x="8196" y="25442"/>
                  </a:cubicBezTo>
                  <a:lnTo>
                    <a:pt x="12260" y="25442"/>
                  </a:lnTo>
                  <a:lnTo>
                    <a:pt x="12260" y="21704"/>
                  </a:lnTo>
                  <a:lnTo>
                    <a:pt x="9771" y="21704"/>
                  </a:lnTo>
                  <a:cubicBezTo>
                    <a:pt x="9206" y="21704"/>
                    <a:pt x="8790" y="21608"/>
                    <a:pt x="8523" y="21414"/>
                  </a:cubicBezTo>
                  <a:cubicBezTo>
                    <a:pt x="8255" y="21192"/>
                    <a:pt x="8122" y="20775"/>
                    <a:pt x="8122" y="20166"/>
                  </a:cubicBezTo>
                  <a:lnTo>
                    <a:pt x="8122" y="9667"/>
                  </a:lnTo>
                  <a:lnTo>
                    <a:pt x="12260" y="9667"/>
                  </a:lnTo>
                  <a:lnTo>
                    <a:pt x="12260" y="5967"/>
                  </a:lnTo>
                  <a:lnTo>
                    <a:pt x="8122" y="5967"/>
                  </a:lnTo>
                  <a:lnTo>
                    <a:pt x="81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>
                <a:latin typeface="Mona Sans" pitchFamily="2" charset="77"/>
              </a:endParaRPr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1F67B442-EED3-E717-505B-EB0BF95312C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lIns="3840480"/>
          <a:lstStyle/>
          <a:p>
            <a:pPr algn="ctr"/>
            <a:r>
              <a:rPr lang="en-US"/>
              <a:t>/ Code Generation</a:t>
            </a:r>
            <a:endParaRPr lang="en-CA"/>
          </a:p>
        </p:txBody>
      </p:sp>
      <p:sp>
        <p:nvSpPr>
          <p:cNvPr id="95" name="Google Shape;1087;p63">
            <a:extLst>
              <a:ext uri="{FF2B5EF4-FFF2-40B4-BE49-F238E27FC236}">
                <a16:creationId xmlns:a16="http://schemas.microsoft.com/office/drawing/2014/main" id="{84847FAE-EFDA-61B1-B9A8-1BBF2E8D3F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648176" y="2562979"/>
            <a:ext cx="288135" cy="288267"/>
          </a:xfrm>
          <a:custGeom>
            <a:avLst/>
            <a:gdLst/>
            <a:ahLst/>
            <a:cxnLst/>
            <a:rect l="l" t="t" r="r" b="b"/>
            <a:pathLst>
              <a:path w="2168" h="2169" extrusionOk="0">
                <a:moveTo>
                  <a:pt x="869" y="1"/>
                </a:moveTo>
                <a:cubicBezTo>
                  <a:pt x="389" y="1"/>
                  <a:pt x="1" y="389"/>
                  <a:pt x="1" y="870"/>
                </a:cubicBezTo>
                <a:cubicBezTo>
                  <a:pt x="1" y="1350"/>
                  <a:pt x="389" y="1738"/>
                  <a:pt x="869" y="1738"/>
                </a:cubicBezTo>
                <a:cubicBezTo>
                  <a:pt x="1080" y="1738"/>
                  <a:pt x="1274" y="1662"/>
                  <a:pt x="1426" y="1536"/>
                </a:cubicBezTo>
                <a:lnTo>
                  <a:pt x="2025" y="2134"/>
                </a:lnTo>
                <a:cubicBezTo>
                  <a:pt x="2050" y="2168"/>
                  <a:pt x="2100" y="2168"/>
                  <a:pt x="2134" y="2134"/>
                </a:cubicBezTo>
                <a:cubicBezTo>
                  <a:pt x="2168" y="2101"/>
                  <a:pt x="2168" y="2050"/>
                  <a:pt x="2134" y="2025"/>
                </a:cubicBezTo>
                <a:lnTo>
                  <a:pt x="1535" y="1426"/>
                </a:lnTo>
                <a:cubicBezTo>
                  <a:pt x="1662" y="1274"/>
                  <a:pt x="1738" y="1080"/>
                  <a:pt x="1738" y="870"/>
                </a:cubicBezTo>
                <a:cubicBezTo>
                  <a:pt x="1738" y="389"/>
                  <a:pt x="1350" y="1"/>
                  <a:pt x="869" y="1"/>
                </a:cubicBezTo>
                <a:close/>
                <a:moveTo>
                  <a:pt x="152" y="870"/>
                </a:moveTo>
                <a:cubicBezTo>
                  <a:pt x="152" y="473"/>
                  <a:pt x="473" y="153"/>
                  <a:pt x="869" y="153"/>
                </a:cubicBezTo>
                <a:cubicBezTo>
                  <a:pt x="1257" y="153"/>
                  <a:pt x="1578" y="473"/>
                  <a:pt x="1578" y="870"/>
                </a:cubicBezTo>
                <a:cubicBezTo>
                  <a:pt x="1578" y="1257"/>
                  <a:pt x="1257" y="1578"/>
                  <a:pt x="869" y="1578"/>
                </a:cubicBezTo>
                <a:cubicBezTo>
                  <a:pt x="473" y="1578"/>
                  <a:pt x="152" y="1257"/>
                  <a:pt x="152" y="870"/>
                </a:cubicBez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defTabSz="1219170">
              <a:buClr>
                <a:srgbClr val="000000"/>
              </a:buClr>
            </a:pPr>
            <a:endParaRPr sz="1867" kern="0">
              <a:solidFill>
                <a:srgbClr val="000000"/>
              </a:solidFill>
              <a:latin typeface="Mona Sans" pitchFamily="2" charset="77"/>
              <a:cs typeface="Arial"/>
              <a:sym typeface="Arial"/>
            </a:endParaRP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AA10DE4D-A400-4C44-3D4F-5803211A6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6184" y="2610163"/>
            <a:ext cx="1629316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Scope Of Changes</a:t>
            </a: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BA56F313-FB47-38DE-704C-55FB648813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4322271" y="1646337"/>
            <a:ext cx="1903479" cy="4462272"/>
          </a:xfrm>
          <a:prstGeom prst="roundRect">
            <a:avLst>
              <a:gd name="adj" fmla="val 13105"/>
            </a:avLst>
          </a:prstGeom>
          <a:solidFill>
            <a:schemeClr val="bg1">
              <a:lumMod val="85000"/>
            </a:schemeClr>
          </a:solidFill>
        </p:spPr>
        <p:txBody>
          <a:bodyPr wrap="none" lIns="137160" tIns="18288" rIns="137160" bIns="54864" rtlCol="0" anchor="ctr" anchorCtr="0">
            <a:noAutofit/>
          </a:bodyPr>
          <a:lstStyle/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400" b="1">
              <a:ln w="3175">
                <a:noFill/>
              </a:ln>
              <a:solidFill>
                <a:srgbClr val="FFFFFF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A6BAB3-B2D9-90F6-A036-54F55A73CD90}"/>
              </a:ext>
            </a:extLst>
          </p:cNvPr>
          <p:cNvSpPr txBox="1"/>
          <p:nvPr/>
        </p:nvSpPr>
        <p:spPr>
          <a:xfrm>
            <a:off x="4473658" y="1824230"/>
            <a:ext cx="1600705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1600">
                <a:latin typeface="+mj-lt"/>
              </a:rPr>
              <a:t>Completions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245AD908-FD81-E6A9-10CA-F120C408A0AB}"/>
              </a:ext>
            </a:extLst>
          </p:cNvPr>
          <p:cNvSpPr/>
          <p:nvPr/>
        </p:nvSpPr>
        <p:spPr>
          <a:xfrm>
            <a:off x="4473658" y="2388869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Next Few Lines</a:t>
            </a: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519E8063-B22A-33CF-83A4-723D133A7EEF}"/>
              </a:ext>
            </a:extLst>
          </p:cNvPr>
          <p:cNvSpPr/>
          <p:nvPr/>
        </p:nvSpPr>
        <p:spPr>
          <a:xfrm>
            <a:off x="4473658" y="3281323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Hundreds of Milliseconds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62FC1036-359B-D383-0B3C-D5077A12E3E2}"/>
              </a:ext>
            </a:extLst>
          </p:cNvPr>
          <p:cNvSpPr/>
          <p:nvPr/>
        </p:nvSpPr>
        <p:spPr>
          <a:xfrm>
            <a:off x="4465477" y="4173777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Inner Loop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ACA302B-4E1E-BE49-A489-E7CAD9A93188}"/>
              </a:ext>
            </a:extLst>
          </p:cNvPr>
          <p:cNvSpPr/>
          <p:nvPr/>
        </p:nvSpPr>
        <p:spPr>
          <a:xfrm>
            <a:off x="4473658" y="5066232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VS Code (Editor)</a:t>
            </a:r>
          </a:p>
        </p:txBody>
      </p:sp>
      <p:sp>
        <p:nvSpPr>
          <p:cNvPr id="8" name="Rounded Rectangle 11">
            <a:extLst>
              <a:ext uri="{FF2B5EF4-FFF2-40B4-BE49-F238E27FC236}">
                <a16:creationId xmlns:a16="http://schemas.microsoft.com/office/drawing/2014/main" id="{AADF9D15-1F51-1943-7147-8922036D78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6454146" y="1646337"/>
            <a:ext cx="1903479" cy="4462272"/>
          </a:xfrm>
          <a:prstGeom prst="roundRect">
            <a:avLst>
              <a:gd name="adj" fmla="val 13105"/>
            </a:avLst>
          </a:prstGeom>
          <a:solidFill>
            <a:schemeClr val="bg1">
              <a:lumMod val="85000"/>
            </a:schemeClr>
          </a:solidFill>
        </p:spPr>
        <p:txBody>
          <a:bodyPr wrap="none" lIns="137160" tIns="18288" rIns="137160" bIns="54864" rtlCol="0" anchor="ctr" anchorCtr="0">
            <a:noAutofit/>
          </a:bodyPr>
          <a:lstStyle/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400" b="1">
              <a:ln w="3175">
                <a:noFill/>
              </a:ln>
              <a:solidFill>
                <a:srgbClr val="FFFFFF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84C650F-C35E-4F90-95CA-937A2EDF7783}"/>
              </a:ext>
            </a:extLst>
          </p:cNvPr>
          <p:cNvSpPr txBox="1"/>
          <p:nvPr/>
        </p:nvSpPr>
        <p:spPr>
          <a:xfrm>
            <a:off x="6605533" y="1824230"/>
            <a:ext cx="1600705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1600">
                <a:latin typeface="+mj-lt"/>
              </a:rPr>
              <a:t>Chat/Edits</a:t>
            </a:r>
          </a:p>
        </p:txBody>
      </p:sp>
      <p:sp>
        <p:nvSpPr>
          <p:cNvPr id="19" name="Rounded Rectangle 13">
            <a:extLst>
              <a:ext uri="{FF2B5EF4-FFF2-40B4-BE49-F238E27FC236}">
                <a16:creationId xmlns:a16="http://schemas.microsoft.com/office/drawing/2014/main" id="{560F05DA-F10E-70ED-EF59-D1B1CF371191}"/>
              </a:ext>
            </a:extLst>
          </p:cNvPr>
          <p:cNvSpPr/>
          <p:nvPr/>
        </p:nvSpPr>
        <p:spPr>
          <a:xfrm>
            <a:off x="6605533" y="2388869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Multi-File Edits</a:t>
            </a:r>
          </a:p>
        </p:txBody>
      </p:sp>
      <p:sp>
        <p:nvSpPr>
          <p:cNvPr id="20" name="Rounded Rectangle 14">
            <a:extLst>
              <a:ext uri="{FF2B5EF4-FFF2-40B4-BE49-F238E27FC236}">
                <a16:creationId xmlns:a16="http://schemas.microsoft.com/office/drawing/2014/main" id="{50A1EFD9-2391-5CAB-FF65-F5D8E0D7279E}"/>
              </a:ext>
            </a:extLst>
          </p:cNvPr>
          <p:cNvSpPr/>
          <p:nvPr/>
        </p:nvSpPr>
        <p:spPr>
          <a:xfrm>
            <a:off x="6605533" y="3281323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Seconds</a:t>
            </a:r>
          </a:p>
        </p:txBody>
      </p:sp>
      <p:sp>
        <p:nvSpPr>
          <p:cNvPr id="21" name="Rounded Rectangle 15">
            <a:extLst>
              <a:ext uri="{FF2B5EF4-FFF2-40B4-BE49-F238E27FC236}">
                <a16:creationId xmlns:a16="http://schemas.microsoft.com/office/drawing/2014/main" id="{5934F611-23F5-126E-F9E6-368D7BF93A94}"/>
              </a:ext>
            </a:extLst>
          </p:cNvPr>
          <p:cNvSpPr/>
          <p:nvPr/>
        </p:nvSpPr>
        <p:spPr>
          <a:xfrm>
            <a:off x="6597352" y="4173777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Inner Loop</a:t>
            </a:r>
          </a:p>
        </p:txBody>
      </p:sp>
      <p:sp>
        <p:nvSpPr>
          <p:cNvPr id="22" name="Rounded Rectangle 16">
            <a:extLst>
              <a:ext uri="{FF2B5EF4-FFF2-40B4-BE49-F238E27FC236}">
                <a16:creationId xmlns:a16="http://schemas.microsoft.com/office/drawing/2014/main" id="{AF1562AB-1DD6-65CC-222C-C2BA74DB3167}"/>
              </a:ext>
            </a:extLst>
          </p:cNvPr>
          <p:cNvSpPr/>
          <p:nvPr/>
        </p:nvSpPr>
        <p:spPr>
          <a:xfrm>
            <a:off x="6605533" y="5066232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VS Code (Chat)</a:t>
            </a:r>
          </a:p>
        </p:txBody>
      </p:sp>
      <p:sp>
        <p:nvSpPr>
          <p:cNvPr id="25" name="Rounded Rectangle 11">
            <a:extLst>
              <a:ext uri="{FF2B5EF4-FFF2-40B4-BE49-F238E27FC236}">
                <a16:creationId xmlns:a16="http://schemas.microsoft.com/office/drawing/2014/main" id="{5C4A02D6-8BE8-CCB9-0381-0BFF9E9116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8586021" y="1646337"/>
            <a:ext cx="1903479" cy="4462272"/>
          </a:xfrm>
          <a:prstGeom prst="roundRect">
            <a:avLst>
              <a:gd name="adj" fmla="val 13105"/>
            </a:avLst>
          </a:prstGeom>
          <a:gradFill flip="none" rotWithShape="1"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t="100000" r="100000"/>
            </a:path>
            <a:tileRect l="-100000" b="-100000"/>
          </a:gradFill>
        </p:spPr>
        <p:txBody>
          <a:bodyPr wrap="none" lIns="137160" tIns="18288" rIns="137160" bIns="54864" rtlCol="0" anchor="ctr" anchorCtr="0">
            <a:noAutofit/>
          </a:bodyPr>
          <a:lstStyle/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endParaRPr lang="en-US" sz="1400" b="1">
              <a:ln w="3175">
                <a:noFill/>
              </a:ln>
              <a:solidFill>
                <a:srgbClr val="FFFFFF"/>
              </a:solidFill>
              <a:latin typeface="+mj-lt"/>
              <a:cs typeface="Segoe UI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359CE81-34E4-6E6F-218E-D48636DEC827}"/>
              </a:ext>
            </a:extLst>
          </p:cNvPr>
          <p:cNvSpPr txBox="1"/>
          <p:nvPr/>
        </p:nvSpPr>
        <p:spPr>
          <a:xfrm>
            <a:off x="8737408" y="1824230"/>
            <a:ext cx="1600705" cy="338554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pPr algn="ctr"/>
            <a:r>
              <a:rPr lang="en-US" sz="1600">
                <a:latin typeface="+mj-lt"/>
              </a:rPr>
              <a:t>Agent Mode</a:t>
            </a:r>
          </a:p>
        </p:txBody>
      </p:sp>
      <p:sp>
        <p:nvSpPr>
          <p:cNvPr id="27" name="Rounded Rectangle 13">
            <a:extLst>
              <a:ext uri="{FF2B5EF4-FFF2-40B4-BE49-F238E27FC236}">
                <a16:creationId xmlns:a16="http://schemas.microsoft.com/office/drawing/2014/main" id="{B5CD59CD-E073-3EF2-8C57-0EE779B5D24F}"/>
              </a:ext>
            </a:extLst>
          </p:cNvPr>
          <p:cNvSpPr/>
          <p:nvPr/>
        </p:nvSpPr>
        <p:spPr>
          <a:xfrm>
            <a:off x="8737408" y="2388869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Complete tasks</a:t>
            </a:r>
          </a:p>
        </p:txBody>
      </p:sp>
      <p:sp>
        <p:nvSpPr>
          <p:cNvPr id="28" name="Rounded Rectangle 14">
            <a:extLst>
              <a:ext uri="{FF2B5EF4-FFF2-40B4-BE49-F238E27FC236}">
                <a16:creationId xmlns:a16="http://schemas.microsoft.com/office/drawing/2014/main" id="{268B9EC3-45E9-9275-BD22-DB6AC1E19E74}"/>
              </a:ext>
            </a:extLst>
          </p:cNvPr>
          <p:cNvSpPr/>
          <p:nvPr/>
        </p:nvSpPr>
        <p:spPr>
          <a:xfrm>
            <a:off x="8737408" y="3281323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Minutes</a:t>
            </a:r>
          </a:p>
        </p:txBody>
      </p:sp>
      <p:sp>
        <p:nvSpPr>
          <p:cNvPr id="29" name="Rounded Rectangle 15">
            <a:extLst>
              <a:ext uri="{FF2B5EF4-FFF2-40B4-BE49-F238E27FC236}">
                <a16:creationId xmlns:a16="http://schemas.microsoft.com/office/drawing/2014/main" id="{802ECC45-7B5E-B34D-107B-191C9AA47CCE}"/>
              </a:ext>
            </a:extLst>
          </p:cNvPr>
          <p:cNvSpPr/>
          <p:nvPr/>
        </p:nvSpPr>
        <p:spPr>
          <a:xfrm>
            <a:off x="8729227" y="4173777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Inner Loop</a:t>
            </a:r>
          </a:p>
        </p:txBody>
      </p:sp>
      <p:sp>
        <p:nvSpPr>
          <p:cNvPr id="30" name="Rounded Rectangle 16">
            <a:extLst>
              <a:ext uri="{FF2B5EF4-FFF2-40B4-BE49-F238E27FC236}">
                <a16:creationId xmlns:a16="http://schemas.microsoft.com/office/drawing/2014/main" id="{0D88FE81-019D-C4B1-1C0D-642BF704A4C2}"/>
              </a:ext>
            </a:extLst>
          </p:cNvPr>
          <p:cNvSpPr/>
          <p:nvPr/>
        </p:nvSpPr>
        <p:spPr>
          <a:xfrm>
            <a:off x="8737408" y="5066232"/>
            <a:ext cx="1600705" cy="636486"/>
          </a:xfrm>
          <a:prstGeom prst="roundRect">
            <a:avLst>
              <a:gd name="adj" fmla="val 29968"/>
            </a:avLst>
          </a:pr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rIns="0" rtlCol="0" anchor="ctr">
            <a:noAutofit/>
          </a:bodyPr>
          <a:lstStyle/>
          <a:p>
            <a:pPr algn="ctr"/>
            <a:r>
              <a:rPr lang="en-US" sz="1200">
                <a:solidFill>
                  <a:schemeClr val="tx1"/>
                </a:solidFill>
              </a:rPr>
              <a:t>VS Code (Chat)</a:t>
            </a:r>
          </a:p>
        </p:txBody>
      </p:sp>
      <p:grpSp>
        <p:nvGrpSpPr>
          <p:cNvPr id="99" name="Google Shape;1149;p64">
            <a:extLst>
              <a:ext uri="{FF2B5EF4-FFF2-40B4-BE49-F238E27FC236}">
                <a16:creationId xmlns:a16="http://schemas.microsoft.com/office/drawing/2014/main" id="{69F6E017-09E1-AB74-3137-9B5C3DEA94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38083" y="3445406"/>
            <a:ext cx="308320" cy="308320"/>
            <a:chOff x="4027450" y="4262300"/>
            <a:chExt cx="58000" cy="58000"/>
          </a:xfrm>
          <a:solidFill>
            <a:schemeClr val="tx1"/>
          </a:solidFill>
        </p:grpSpPr>
        <p:sp>
          <p:nvSpPr>
            <p:cNvPr id="100" name="Google Shape;1150;p64">
              <a:extLst>
                <a:ext uri="{FF2B5EF4-FFF2-40B4-BE49-F238E27FC236}">
                  <a16:creationId xmlns:a16="http://schemas.microsoft.com/office/drawing/2014/main" id="{7890FDF7-3210-6DFC-13EE-710D7327924B}"/>
                </a:ext>
              </a:extLst>
            </p:cNvPr>
            <p:cNvSpPr/>
            <p:nvPr/>
          </p:nvSpPr>
          <p:spPr>
            <a:xfrm>
              <a:off x="4027450" y="4262300"/>
              <a:ext cx="58000" cy="58000"/>
            </a:xfrm>
            <a:custGeom>
              <a:avLst/>
              <a:gdLst/>
              <a:ahLst/>
              <a:cxnLst/>
              <a:rect l="l" t="t" r="r" b="b"/>
              <a:pathLst>
                <a:path w="2320" h="2320" extrusionOk="0">
                  <a:moveTo>
                    <a:pt x="1156" y="1"/>
                  </a:moveTo>
                  <a:cubicBezTo>
                    <a:pt x="734" y="1"/>
                    <a:pt x="363" y="229"/>
                    <a:pt x="161" y="574"/>
                  </a:cubicBezTo>
                  <a:lnTo>
                    <a:pt x="161" y="389"/>
                  </a:lnTo>
                  <a:cubicBezTo>
                    <a:pt x="161" y="347"/>
                    <a:pt x="127" y="313"/>
                    <a:pt x="76" y="313"/>
                  </a:cubicBezTo>
                  <a:cubicBezTo>
                    <a:pt x="34" y="313"/>
                    <a:pt x="1" y="347"/>
                    <a:pt x="1" y="389"/>
                  </a:cubicBezTo>
                  <a:lnTo>
                    <a:pt x="1" y="785"/>
                  </a:lnTo>
                  <a:cubicBezTo>
                    <a:pt x="1" y="844"/>
                    <a:pt x="51" y="895"/>
                    <a:pt x="110" y="895"/>
                  </a:cubicBezTo>
                  <a:lnTo>
                    <a:pt x="498" y="895"/>
                  </a:lnTo>
                  <a:cubicBezTo>
                    <a:pt x="549" y="895"/>
                    <a:pt x="582" y="861"/>
                    <a:pt x="582" y="810"/>
                  </a:cubicBezTo>
                  <a:cubicBezTo>
                    <a:pt x="582" y="768"/>
                    <a:pt x="549" y="735"/>
                    <a:pt x="498" y="735"/>
                  </a:cubicBezTo>
                  <a:lnTo>
                    <a:pt x="254" y="735"/>
                  </a:lnTo>
                  <a:cubicBezTo>
                    <a:pt x="414" y="389"/>
                    <a:pt x="760" y="153"/>
                    <a:pt x="1156" y="153"/>
                  </a:cubicBezTo>
                  <a:cubicBezTo>
                    <a:pt x="1712" y="153"/>
                    <a:pt x="2159" y="600"/>
                    <a:pt x="2159" y="1156"/>
                  </a:cubicBezTo>
                  <a:cubicBezTo>
                    <a:pt x="2159" y="1713"/>
                    <a:pt x="1712" y="2160"/>
                    <a:pt x="1156" y="2160"/>
                  </a:cubicBezTo>
                  <a:cubicBezTo>
                    <a:pt x="616" y="2160"/>
                    <a:pt x="169" y="1721"/>
                    <a:pt x="161" y="1181"/>
                  </a:cubicBezTo>
                  <a:cubicBezTo>
                    <a:pt x="161" y="1139"/>
                    <a:pt x="119" y="1106"/>
                    <a:pt x="76" y="1106"/>
                  </a:cubicBezTo>
                  <a:cubicBezTo>
                    <a:pt x="34" y="1106"/>
                    <a:pt x="1" y="1139"/>
                    <a:pt x="1" y="1181"/>
                  </a:cubicBezTo>
                  <a:cubicBezTo>
                    <a:pt x="17" y="1814"/>
                    <a:pt x="532" y="2320"/>
                    <a:pt x="1156" y="2320"/>
                  </a:cubicBezTo>
                  <a:cubicBezTo>
                    <a:pt x="1797" y="2320"/>
                    <a:pt x="2320" y="1797"/>
                    <a:pt x="2320" y="1156"/>
                  </a:cubicBezTo>
                  <a:cubicBezTo>
                    <a:pt x="2320" y="515"/>
                    <a:pt x="1797" y="1"/>
                    <a:pt x="11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  <p:sp>
          <p:nvSpPr>
            <p:cNvPr id="101" name="Google Shape;1151;p64">
              <a:extLst>
                <a:ext uri="{FF2B5EF4-FFF2-40B4-BE49-F238E27FC236}">
                  <a16:creationId xmlns:a16="http://schemas.microsoft.com/office/drawing/2014/main" id="{E0911DD1-A2D9-D054-323B-BF5EDD97A88D}"/>
                </a:ext>
              </a:extLst>
            </p:cNvPr>
            <p:cNvSpPr/>
            <p:nvPr/>
          </p:nvSpPr>
          <p:spPr>
            <a:xfrm>
              <a:off x="4053800" y="4276650"/>
              <a:ext cx="13525" cy="23825"/>
            </a:xfrm>
            <a:custGeom>
              <a:avLst/>
              <a:gdLst/>
              <a:ahLst/>
              <a:cxnLst/>
              <a:rect l="l" t="t" r="r" b="b"/>
              <a:pathLst>
                <a:path w="541" h="953" extrusionOk="0">
                  <a:moveTo>
                    <a:pt x="77" y="0"/>
                  </a:moveTo>
                  <a:cubicBezTo>
                    <a:pt x="34" y="0"/>
                    <a:pt x="1" y="42"/>
                    <a:pt x="1" y="85"/>
                  </a:cubicBezTo>
                  <a:lnTo>
                    <a:pt x="1" y="658"/>
                  </a:lnTo>
                  <a:cubicBezTo>
                    <a:pt x="1" y="692"/>
                    <a:pt x="18" y="717"/>
                    <a:pt x="43" y="734"/>
                  </a:cubicBezTo>
                  <a:lnTo>
                    <a:pt x="405" y="945"/>
                  </a:lnTo>
                  <a:cubicBezTo>
                    <a:pt x="419" y="950"/>
                    <a:pt x="433" y="953"/>
                    <a:pt x="447" y="953"/>
                  </a:cubicBezTo>
                  <a:cubicBezTo>
                    <a:pt x="476" y="953"/>
                    <a:pt x="504" y="940"/>
                    <a:pt x="515" y="911"/>
                  </a:cubicBezTo>
                  <a:cubicBezTo>
                    <a:pt x="540" y="877"/>
                    <a:pt x="524" y="827"/>
                    <a:pt x="490" y="801"/>
                  </a:cubicBezTo>
                  <a:lnTo>
                    <a:pt x="161" y="616"/>
                  </a:lnTo>
                  <a:lnTo>
                    <a:pt x="161" y="85"/>
                  </a:lnTo>
                  <a:cubicBezTo>
                    <a:pt x="161" y="42"/>
                    <a:pt x="127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8" name="TextBox 67">
            <a:extLst>
              <a:ext uri="{FF2B5EF4-FFF2-40B4-BE49-F238E27FC236}">
                <a16:creationId xmlns:a16="http://schemas.microsoft.com/office/drawing/2014/main" id="{7530E9FD-7A26-6907-5C92-8804A3E4D2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6184" y="3502616"/>
            <a:ext cx="1991434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Frequency of Interaction</a:t>
            </a:r>
          </a:p>
        </p:txBody>
      </p:sp>
      <p:grpSp>
        <p:nvGrpSpPr>
          <p:cNvPr id="96" name="Google Shape;1152;p64">
            <a:extLst>
              <a:ext uri="{FF2B5EF4-FFF2-40B4-BE49-F238E27FC236}">
                <a16:creationId xmlns:a16="http://schemas.microsoft.com/office/drawing/2014/main" id="{C13B808E-2C0D-C46A-DC2A-538B6F31C8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40652" y="4337860"/>
            <a:ext cx="308320" cy="308320"/>
            <a:chOff x="4196100" y="4262300"/>
            <a:chExt cx="58000" cy="58000"/>
          </a:xfrm>
          <a:solidFill>
            <a:schemeClr val="tx1"/>
          </a:solidFill>
        </p:grpSpPr>
        <p:sp>
          <p:nvSpPr>
            <p:cNvPr id="97" name="Google Shape;1153;p64">
              <a:extLst>
                <a:ext uri="{FF2B5EF4-FFF2-40B4-BE49-F238E27FC236}">
                  <a16:creationId xmlns:a16="http://schemas.microsoft.com/office/drawing/2014/main" id="{41002460-8746-9608-0582-24739700ED51}"/>
                </a:ext>
              </a:extLst>
            </p:cNvPr>
            <p:cNvSpPr/>
            <p:nvPr/>
          </p:nvSpPr>
          <p:spPr>
            <a:xfrm>
              <a:off x="4196100" y="4262300"/>
              <a:ext cx="57375" cy="24325"/>
            </a:xfrm>
            <a:custGeom>
              <a:avLst/>
              <a:gdLst/>
              <a:ahLst/>
              <a:cxnLst/>
              <a:rect l="l" t="t" r="r" b="b"/>
              <a:pathLst>
                <a:path w="2295" h="973" extrusionOk="0">
                  <a:moveTo>
                    <a:pt x="1165" y="1"/>
                  </a:moveTo>
                  <a:cubicBezTo>
                    <a:pt x="735" y="1"/>
                    <a:pt x="364" y="229"/>
                    <a:pt x="161" y="574"/>
                  </a:cubicBezTo>
                  <a:lnTo>
                    <a:pt x="161" y="389"/>
                  </a:lnTo>
                  <a:cubicBezTo>
                    <a:pt x="161" y="347"/>
                    <a:pt x="127" y="313"/>
                    <a:pt x="77" y="313"/>
                  </a:cubicBezTo>
                  <a:cubicBezTo>
                    <a:pt x="35" y="313"/>
                    <a:pt x="1" y="347"/>
                    <a:pt x="1" y="389"/>
                  </a:cubicBezTo>
                  <a:lnTo>
                    <a:pt x="1" y="785"/>
                  </a:lnTo>
                  <a:cubicBezTo>
                    <a:pt x="1" y="844"/>
                    <a:pt x="51" y="895"/>
                    <a:pt x="111" y="895"/>
                  </a:cubicBezTo>
                  <a:lnTo>
                    <a:pt x="498" y="895"/>
                  </a:lnTo>
                  <a:cubicBezTo>
                    <a:pt x="549" y="895"/>
                    <a:pt x="583" y="861"/>
                    <a:pt x="583" y="810"/>
                  </a:cubicBezTo>
                  <a:cubicBezTo>
                    <a:pt x="583" y="768"/>
                    <a:pt x="549" y="735"/>
                    <a:pt x="498" y="735"/>
                  </a:cubicBezTo>
                  <a:lnTo>
                    <a:pt x="254" y="735"/>
                  </a:lnTo>
                  <a:cubicBezTo>
                    <a:pt x="414" y="389"/>
                    <a:pt x="760" y="153"/>
                    <a:pt x="1165" y="153"/>
                  </a:cubicBezTo>
                  <a:cubicBezTo>
                    <a:pt x="1628" y="153"/>
                    <a:pt x="2025" y="482"/>
                    <a:pt x="2134" y="912"/>
                  </a:cubicBezTo>
                  <a:cubicBezTo>
                    <a:pt x="2142" y="948"/>
                    <a:pt x="2175" y="972"/>
                    <a:pt x="2211" y="972"/>
                  </a:cubicBezTo>
                  <a:cubicBezTo>
                    <a:pt x="2216" y="972"/>
                    <a:pt x="2222" y="972"/>
                    <a:pt x="2227" y="971"/>
                  </a:cubicBezTo>
                  <a:cubicBezTo>
                    <a:pt x="2269" y="962"/>
                    <a:pt x="2295" y="920"/>
                    <a:pt x="2286" y="878"/>
                  </a:cubicBezTo>
                  <a:cubicBezTo>
                    <a:pt x="2160" y="372"/>
                    <a:pt x="1704" y="1"/>
                    <a:pt x="11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  <p:sp>
          <p:nvSpPr>
            <p:cNvPr id="98" name="Google Shape;1154;p64">
              <a:extLst>
                <a:ext uri="{FF2B5EF4-FFF2-40B4-BE49-F238E27FC236}">
                  <a16:creationId xmlns:a16="http://schemas.microsoft.com/office/drawing/2014/main" id="{2E1BD770-C221-C43A-0D59-0C8C68AA7453}"/>
                </a:ext>
              </a:extLst>
            </p:cNvPr>
            <p:cNvSpPr/>
            <p:nvPr/>
          </p:nvSpPr>
          <p:spPr>
            <a:xfrm>
              <a:off x="4196750" y="4295800"/>
              <a:ext cx="57350" cy="24500"/>
            </a:xfrm>
            <a:custGeom>
              <a:avLst/>
              <a:gdLst/>
              <a:ahLst/>
              <a:cxnLst/>
              <a:rect l="l" t="t" r="r" b="b"/>
              <a:pathLst>
                <a:path w="2294" h="980" extrusionOk="0">
                  <a:moveTo>
                    <a:pt x="84" y="0"/>
                  </a:moveTo>
                  <a:cubicBezTo>
                    <a:pt x="79" y="0"/>
                    <a:pt x="73" y="1"/>
                    <a:pt x="68" y="2"/>
                  </a:cubicBezTo>
                  <a:cubicBezTo>
                    <a:pt x="25" y="10"/>
                    <a:pt x="0" y="61"/>
                    <a:pt x="9" y="103"/>
                  </a:cubicBezTo>
                  <a:cubicBezTo>
                    <a:pt x="135" y="600"/>
                    <a:pt x="590" y="980"/>
                    <a:pt x="1139" y="980"/>
                  </a:cubicBezTo>
                  <a:cubicBezTo>
                    <a:pt x="1560" y="980"/>
                    <a:pt x="1931" y="744"/>
                    <a:pt x="2134" y="398"/>
                  </a:cubicBezTo>
                  <a:lnTo>
                    <a:pt x="2134" y="584"/>
                  </a:lnTo>
                  <a:cubicBezTo>
                    <a:pt x="2134" y="626"/>
                    <a:pt x="2167" y="659"/>
                    <a:pt x="2218" y="659"/>
                  </a:cubicBezTo>
                  <a:cubicBezTo>
                    <a:pt x="2260" y="659"/>
                    <a:pt x="2294" y="626"/>
                    <a:pt x="2294" y="584"/>
                  </a:cubicBezTo>
                  <a:lnTo>
                    <a:pt x="2294" y="187"/>
                  </a:lnTo>
                  <a:cubicBezTo>
                    <a:pt x="2294" y="128"/>
                    <a:pt x="2243" y="78"/>
                    <a:pt x="2193" y="78"/>
                  </a:cubicBezTo>
                  <a:lnTo>
                    <a:pt x="1796" y="78"/>
                  </a:lnTo>
                  <a:cubicBezTo>
                    <a:pt x="1746" y="78"/>
                    <a:pt x="1712" y="120"/>
                    <a:pt x="1712" y="162"/>
                  </a:cubicBezTo>
                  <a:cubicBezTo>
                    <a:pt x="1712" y="204"/>
                    <a:pt x="1746" y="238"/>
                    <a:pt x="1796" y="238"/>
                  </a:cubicBezTo>
                  <a:lnTo>
                    <a:pt x="2041" y="238"/>
                  </a:lnTo>
                  <a:cubicBezTo>
                    <a:pt x="1881" y="584"/>
                    <a:pt x="1535" y="820"/>
                    <a:pt x="1139" y="820"/>
                  </a:cubicBezTo>
                  <a:cubicBezTo>
                    <a:pt x="666" y="820"/>
                    <a:pt x="270" y="499"/>
                    <a:pt x="160" y="61"/>
                  </a:cubicBezTo>
                  <a:cubicBezTo>
                    <a:pt x="153" y="24"/>
                    <a:pt x="120" y="0"/>
                    <a:pt x="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Mona Sans" pitchFamily="2" charset="77"/>
                <a:cs typeface="Arial"/>
                <a:sym typeface="Arial"/>
              </a:endParaRPr>
            </a:p>
          </p:txBody>
        </p:sp>
      </p:grpSp>
      <p:sp>
        <p:nvSpPr>
          <p:cNvPr id="69" name="TextBox 68">
            <a:extLst>
              <a:ext uri="{FF2B5EF4-FFF2-40B4-BE49-F238E27FC236}">
                <a16:creationId xmlns:a16="http://schemas.microsoft.com/office/drawing/2014/main" id="{C154FA8E-86A7-6502-E98B-101F3AC668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6183" y="4395070"/>
            <a:ext cx="1608449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Inner/Outer Loop</a:t>
            </a:r>
          </a:p>
        </p:txBody>
      </p:sp>
      <p:grpSp>
        <p:nvGrpSpPr>
          <p:cNvPr id="102" name="Google Shape;1407;p66">
            <a:extLst>
              <a:ext uri="{FF2B5EF4-FFF2-40B4-BE49-F238E27FC236}">
                <a16:creationId xmlns:a16="http://schemas.microsoft.com/office/drawing/2014/main" id="{9E99B4F0-3F5A-560D-6F92-41FDCECF4C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/>
          <p:nvPr/>
        </p:nvGrpSpPr>
        <p:grpSpPr>
          <a:xfrm>
            <a:off x="1652474" y="5244293"/>
            <a:ext cx="280364" cy="280364"/>
            <a:chOff x="3192175" y="1097225"/>
            <a:chExt cx="52725" cy="52725"/>
          </a:xfrm>
          <a:solidFill>
            <a:schemeClr val="tx1"/>
          </a:solidFill>
        </p:grpSpPr>
        <p:sp>
          <p:nvSpPr>
            <p:cNvPr id="103" name="Google Shape;1408;p66">
              <a:extLst>
                <a:ext uri="{FF2B5EF4-FFF2-40B4-BE49-F238E27FC236}">
                  <a16:creationId xmlns:a16="http://schemas.microsoft.com/office/drawing/2014/main" id="{0AB986AC-7ACA-48E9-EF31-7A4340E5379B}"/>
                </a:ext>
              </a:extLst>
            </p:cNvPr>
            <p:cNvSpPr/>
            <p:nvPr/>
          </p:nvSpPr>
          <p:spPr>
            <a:xfrm>
              <a:off x="3201225" y="1113025"/>
              <a:ext cx="13525" cy="21150"/>
            </a:xfrm>
            <a:custGeom>
              <a:avLst/>
              <a:gdLst/>
              <a:ahLst/>
              <a:cxnLst/>
              <a:rect l="l" t="t" r="r" b="b"/>
              <a:pathLst>
                <a:path w="541" h="846" extrusionOk="0">
                  <a:moveTo>
                    <a:pt x="455" y="1"/>
                  </a:moveTo>
                  <a:cubicBezTo>
                    <a:pt x="435" y="1"/>
                    <a:pt x="414" y="9"/>
                    <a:pt x="397" y="26"/>
                  </a:cubicBezTo>
                  <a:lnTo>
                    <a:pt x="26" y="363"/>
                  </a:lnTo>
                  <a:cubicBezTo>
                    <a:pt x="9" y="380"/>
                    <a:pt x="1" y="397"/>
                    <a:pt x="1" y="422"/>
                  </a:cubicBezTo>
                  <a:cubicBezTo>
                    <a:pt x="1" y="448"/>
                    <a:pt x="9" y="464"/>
                    <a:pt x="26" y="481"/>
                  </a:cubicBezTo>
                  <a:lnTo>
                    <a:pt x="397" y="827"/>
                  </a:lnTo>
                  <a:cubicBezTo>
                    <a:pt x="413" y="839"/>
                    <a:pt x="432" y="845"/>
                    <a:pt x="451" y="845"/>
                  </a:cubicBezTo>
                  <a:cubicBezTo>
                    <a:pt x="473" y="845"/>
                    <a:pt x="493" y="837"/>
                    <a:pt x="507" y="819"/>
                  </a:cubicBezTo>
                  <a:cubicBezTo>
                    <a:pt x="541" y="785"/>
                    <a:pt x="541" y="734"/>
                    <a:pt x="507" y="709"/>
                  </a:cubicBezTo>
                  <a:lnTo>
                    <a:pt x="195" y="422"/>
                  </a:lnTo>
                  <a:lnTo>
                    <a:pt x="507" y="136"/>
                  </a:lnTo>
                  <a:cubicBezTo>
                    <a:pt x="541" y="110"/>
                    <a:pt x="541" y="60"/>
                    <a:pt x="507" y="26"/>
                  </a:cubicBezTo>
                  <a:cubicBezTo>
                    <a:pt x="494" y="9"/>
                    <a:pt x="475" y="1"/>
                    <a:pt x="4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4" name="Google Shape;1409;p66">
              <a:extLst>
                <a:ext uri="{FF2B5EF4-FFF2-40B4-BE49-F238E27FC236}">
                  <a16:creationId xmlns:a16="http://schemas.microsoft.com/office/drawing/2014/main" id="{91AC0F46-0F01-DDFA-2A46-8AAE3906168E}"/>
                </a:ext>
              </a:extLst>
            </p:cNvPr>
            <p:cNvSpPr/>
            <p:nvPr/>
          </p:nvSpPr>
          <p:spPr>
            <a:xfrm>
              <a:off x="3222100" y="1113025"/>
              <a:ext cx="13525" cy="21150"/>
            </a:xfrm>
            <a:custGeom>
              <a:avLst/>
              <a:gdLst/>
              <a:ahLst/>
              <a:cxnLst/>
              <a:rect l="l" t="t" r="r" b="b"/>
              <a:pathLst>
                <a:path w="541" h="846" extrusionOk="0">
                  <a:moveTo>
                    <a:pt x="86" y="1"/>
                  </a:moveTo>
                  <a:cubicBezTo>
                    <a:pt x="66" y="1"/>
                    <a:pt x="47" y="9"/>
                    <a:pt x="35" y="26"/>
                  </a:cubicBezTo>
                  <a:cubicBezTo>
                    <a:pt x="1" y="60"/>
                    <a:pt x="1" y="110"/>
                    <a:pt x="35" y="136"/>
                  </a:cubicBezTo>
                  <a:lnTo>
                    <a:pt x="347" y="422"/>
                  </a:lnTo>
                  <a:lnTo>
                    <a:pt x="35" y="709"/>
                  </a:lnTo>
                  <a:cubicBezTo>
                    <a:pt x="1" y="734"/>
                    <a:pt x="1" y="785"/>
                    <a:pt x="35" y="819"/>
                  </a:cubicBezTo>
                  <a:cubicBezTo>
                    <a:pt x="48" y="837"/>
                    <a:pt x="69" y="845"/>
                    <a:pt x="91" y="845"/>
                  </a:cubicBezTo>
                  <a:cubicBezTo>
                    <a:pt x="109" y="845"/>
                    <a:pt x="129" y="839"/>
                    <a:pt x="144" y="827"/>
                  </a:cubicBezTo>
                  <a:lnTo>
                    <a:pt x="515" y="481"/>
                  </a:lnTo>
                  <a:cubicBezTo>
                    <a:pt x="532" y="464"/>
                    <a:pt x="541" y="448"/>
                    <a:pt x="541" y="422"/>
                  </a:cubicBezTo>
                  <a:cubicBezTo>
                    <a:pt x="541" y="397"/>
                    <a:pt x="532" y="380"/>
                    <a:pt x="515" y="363"/>
                  </a:cubicBezTo>
                  <a:lnTo>
                    <a:pt x="144" y="26"/>
                  </a:lnTo>
                  <a:cubicBezTo>
                    <a:pt x="127" y="9"/>
                    <a:pt x="106" y="1"/>
                    <a:pt x="8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  <p:sp>
          <p:nvSpPr>
            <p:cNvPr id="105" name="Google Shape;1410;p66">
              <a:extLst>
                <a:ext uri="{FF2B5EF4-FFF2-40B4-BE49-F238E27FC236}">
                  <a16:creationId xmlns:a16="http://schemas.microsoft.com/office/drawing/2014/main" id="{1772D2DE-BAEC-E412-D016-D346AF4A5A87}"/>
                </a:ext>
              </a:extLst>
            </p:cNvPr>
            <p:cNvSpPr/>
            <p:nvPr/>
          </p:nvSpPr>
          <p:spPr>
            <a:xfrm>
              <a:off x="3192175" y="1097225"/>
              <a:ext cx="52725" cy="52725"/>
            </a:xfrm>
            <a:custGeom>
              <a:avLst/>
              <a:gdLst/>
              <a:ahLst/>
              <a:cxnLst/>
              <a:rect l="l" t="t" r="r" b="b"/>
              <a:pathLst>
                <a:path w="2109" h="2109" extrusionOk="0">
                  <a:moveTo>
                    <a:pt x="0" y="186"/>
                  </a:moveTo>
                  <a:cubicBezTo>
                    <a:pt x="0" y="85"/>
                    <a:pt x="76" y="0"/>
                    <a:pt x="177" y="0"/>
                  </a:cubicBezTo>
                  <a:lnTo>
                    <a:pt x="1923" y="0"/>
                  </a:lnTo>
                  <a:cubicBezTo>
                    <a:pt x="2024" y="0"/>
                    <a:pt x="2109" y="85"/>
                    <a:pt x="2109" y="186"/>
                  </a:cubicBezTo>
                  <a:lnTo>
                    <a:pt x="2109" y="1923"/>
                  </a:lnTo>
                  <a:cubicBezTo>
                    <a:pt x="2109" y="2024"/>
                    <a:pt x="2024" y="2108"/>
                    <a:pt x="1923" y="2108"/>
                  </a:cubicBezTo>
                  <a:lnTo>
                    <a:pt x="177" y="2108"/>
                  </a:lnTo>
                  <a:cubicBezTo>
                    <a:pt x="76" y="2108"/>
                    <a:pt x="0" y="2024"/>
                    <a:pt x="0" y="1923"/>
                  </a:cubicBezTo>
                  <a:close/>
                  <a:moveTo>
                    <a:pt x="177" y="160"/>
                  </a:moveTo>
                  <a:cubicBezTo>
                    <a:pt x="169" y="160"/>
                    <a:pt x="152" y="169"/>
                    <a:pt x="152" y="186"/>
                  </a:cubicBezTo>
                  <a:lnTo>
                    <a:pt x="152" y="1923"/>
                  </a:lnTo>
                  <a:cubicBezTo>
                    <a:pt x="152" y="1940"/>
                    <a:pt x="169" y="1948"/>
                    <a:pt x="177" y="1948"/>
                  </a:cubicBezTo>
                  <a:lnTo>
                    <a:pt x="1923" y="1948"/>
                  </a:lnTo>
                  <a:cubicBezTo>
                    <a:pt x="1931" y="1948"/>
                    <a:pt x="1948" y="1940"/>
                    <a:pt x="1948" y="1923"/>
                  </a:cubicBezTo>
                  <a:lnTo>
                    <a:pt x="1948" y="186"/>
                  </a:lnTo>
                  <a:cubicBezTo>
                    <a:pt x="1948" y="169"/>
                    <a:pt x="1931" y="160"/>
                    <a:pt x="1923" y="16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pPr defTabSz="1219170">
                <a:buClr>
                  <a:srgbClr val="000000"/>
                </a:buClr>
              </a:pPr>
              <a:endParaRPr sz="1867" kern="0">
                <a:solidFill>
                  <a:srgbClr val="000000"/>
                </a:solidFill>
                <a:latin typeface="Arial"/>
                <a:cs typeface="Arial"/>
                <a:sym typeface="Arial"/>
              </a:endParaRPr>
            </a:p>
          </p:txBody>
        </p:sp>
      </p:grpSp>
      <p:sp>
        <p:nvSpPr>
          <p:cNvPr id="70" name="TextBox 69">
            <a:extLst>
              <a:ext uri="{FF2B5EF4-FFF2-40B4-BE49-F238E27FC236}">
                <a16:creationId xmlns:a16="http://schemas.microsoft.com/office/drawing/2014/main" id="{B7D3564A-6704-D4A4-3921-5EC0C8FCD5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 txBox="1"/>
          <p:nvPr/>
        </p:nvSpPr>
        <p:spPr>
          <a:xfrm>
            <a:off x="2106184" y="5287525"/>
            <a:ext cx="1568123" cy="1938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>
                <a:latin typeface="+mj-lt"/>
              </a:rPr>
              <a:t>Developer Canvas</a:t>
            </a:r>
          </a:p>
        </p:txBody>
      </p:sp>
    </p:spTree>
    <p:extLst>
      <p:ext uri="{BB962C8B-B14F-4D97-AF65-F5344CB8AC3E}">
        <p14:creationId xmlns:p14="http://schemas.microsoft.com/office/powerpoint/2010/main" val="18201445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5" grpId="1" animBg="1"/>
      <p:bldP spid="26" grpId="0"/>
      <p:bldP spid="26" grpId="1"/>
      <p:bldP spid="27" grpId="0" animBg="1"/>
      <p:bldP spid="27" grpId="1" animBg="1"/>
      <p:bldP spid="28" grpId="0" animBg="1"/>
      <p:bldP spid="28" grpId="1" animBg="1"/>
      <p:bldP spid="29" grpId="0" animBg="1"/>
      <p:bldP spid="29" grpId="1" animBg="1"/>
      <p:bldP spid="30" grpId="0" animBg="1"/>
      <p:bldP spid="30" grpId="1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7EF1DD-D8D0-7789-1C2E-27C3C1103B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6">
            <a:extLst>
              <a:ext uri="{FF2B5EF4-FFF2-40B4-BE49-F238E27FC236}">
                <a16:creationId xmlns:a16="http://schemas.microsoft.com/office/drawing/2014/main" id="{37602224-AB30-C948-0825-C65EE17945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2337" y="-946404"/>
            <a:ext cx="11647326" cy="8750808"/>
          </a:xfrm>
          <a:prstGeom prst="ellipse">
            <a:avLst/>
          </a:prstGeom>
          <a:gradFill flip="none" rotWithShape="1">
            <a:gsLst>
              <a:gs pos="15000">
                <a:srgbClr val="E7F3EF"/>
              </a:gs>
              <a:gs pos="87000">
                <a:srgbClr val="E1F2FA"/>
              </a:gs>
            </a:gsLst>
            <a:lin ang="0" scaled="0"/>
            <a:tileRect/>
          </a:gradFill>
          <a:ln>
            <a:noFill/>
            <a:headEnd type="none" w="med" len="med"/>
            <a:tailEnd type="none" w="med" len="med"/>
          </a:ln>
          <a:effectLst>
            <a:softEdge rad="12700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4000" err="1">
              <a:solidFill>
                <a:srgbClr val="EE0000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5272344B-1E80-E3D4-09E3-A7F0227B5640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3602368" y="2478766"/>
            <a:ext cx="4987263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gradFill>
                  <a:gsLst>
                    <a:gs pos="32110">
                      <a:schemeClr val="tx1"/>
                    </a:gs>
                    <a:gs pos="72000">
                      <a:schemeClr val="tx1"/>
                    </a:gs>
                  </a:gsLst>
                  <a:lin ang="2700000" scaled="1"/>
                </a:gra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SAY WHAT YOU MEAN, MEAN WHAT YOU SAY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5EC2306-BF2A-B6A3-0149-2532908FC00D}"/>
              </a:ext>
            </a:extLst>
          </p:cNvPr>
          <p:cNvSpPr txBox="1"/>
          <p:nvPr/>
        </p:nvSpPr>
        <p:spPr>
          <a:xfrm>
            <a:off x="381001" y="2966655"/>
            <a:ext cx="11429998" cy="147732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lvl1pPr algn="ctr" defTabSz="932742">
              <a:lnSpc>
                <a:spcPct val="100000"/>
              </a:lnSpc>
              <a:spcBef>
                <a:spcPct val="0"/>
              </a:spcBef>
              <a:buNone/>
              <a:tabLst>
                <a:tab pos="7480300" algn="l"/>
              </a:tabLst>
              <a:defRPr lang="en-US" sz="4800" b="0" cap="none" spc="-50" baseline="0" dirty="0" smtClean="0">
                <a:ln w="3175">
                  <a:noFill/>
                </a:ln>
                <a:effectLst/>
                <a:latin typeface="+mj-lt"/>
                <a:cs typeface="Segoe UI" pitchFamily="34" charset="0"/>
              </a:defRPr>
            </a:lvl1pPr>
          </a:lstStyle>
          <a:p>
            <a:r>
              <a:rPr lang="en-US" b="1">
                <a:solidFill>
                  <a:srgbClr val="0078D4"/>
                </a:solidFill>
                <a:latin typeface="Segoe UI Semibold" panose="020B0502040204020203" pitchFamily="34" charset="0"/>
              </a:rPr>
              <a:t>Context is key </a:t>
            </a:r>
            <a:r>
              <a:rPr lang="en-US"/>
              <a:t>to turn prompts</a:t>
            </a:r>
          </a:p>
          <a:p>
            <a:r>
              <a:rPr lang="en-US"/>
              <a:t>into the correct code</a:t>
            </a:r>
          </a:p>
        </p:txBody>
      </p:sp>
    </p:spTree>
    <p:extLst>
      <p:ext uri="{BB962C8B-B14F-4D97-AF65-F5344CB8AC3E}">
        <p14:creationId xmlns:p14="http://schemas.microsoft.com/office/powerpoint/2010/main" val="3744149986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3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8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7" grpId="1"/>
      <p:bldP spid="6" grpId="0"/>
      <p:bldP spid="6" grpId="1"/>
    </p:bldLst>
  </p:timing>
  <p:extLst>
    <p:ext uri="{6950BFC3-D8DA-4A85-94F7-54DA5524770B}">
      <p188:commentRel xmlns:p188="http://schemas.microsoft.com/office/powerpoint/2018/8/main" r:id="rId3"/>
    </p:ext>
  </p:extLs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!! Box 1">
            <a:extLst>
              <a:ext uri="{FF2B5EF4-FFF2-40B4-BE49-F238E27FC236}">
                <a16:creationId xmlns:a16="http://schemas.microsoft.com/office/drawing/2014/main" id="{DD9F97BD-530C-6460-25F1-BFDC213AFD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6219794" y="1093470"/>
            <a:ext cx="5383423" cy="4671060"/>
          </a:xfrm>
          <a:prstGeom prst="roundRect">
            <a:avLst>
              <a:gd name="adj" fmla="val 8733"/>
            </a:avLst>
          </a:prstGeom>
          <a:solidFill>
            <a:schemeClr val="tx1">
              <a:alpha val="7000"/>
            </a:schemeClr>
          </a:soli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b="1">
              <a:ln w="3175">
                <a:noFill/>
              </a:ln>
              <a:gradFill>
                <a:gsLst>
                  <a:gs pos="22936">
                    <a:srgbClr val="000000"/>
                  </a:gs>
                  <a:gs pos="38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  <a:cs typeface="Segoe UI" pitchFamily="34" charset="0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B8E317B2-B047-ADF9-9F7A-729EE95E29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6610707" y="2411597"/>
            <a:ext cx="4572000" cy="0"/>
          </a:xfrm>
          <a:prstGeom prst="line">
            <a:avLst/>
          </a:prstGeom>
          <a:ln>
            <a:solidFill>
              <a:schemeClr val="tx1">
                <a:alpha val="25000"/>
              </a:schemeClr>
            </a:solidFill>
            <a:headEnd type="none" w="lg" len="med"/>
            <a:tailEnd type="none" w="lg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B2D1968-726E-4421-AD73-1889E5945A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874963"/>
            <a:ext cx="3881437" cy="1108075"/>
          </a:xfrm>
        </p:spPr>
        <p:txBody>
          <a:bodyPr/>
          <a:lstStyle/>
          <a:p>
            <a:r>
              <a:rPr lang="en-US"/>
              <a:t>Quick ways to point Copilot CLI at the right context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9A690D2-3840-8865-0680-348358577326}"/>
              </a:ext>
            </a:extLst>
          </p:cNvPr>
          <p:cNvSpPr txBox="1"/>
          <p:nvPr/>
        </p:nvSpPr>
        <p:spPr>
          <a:xfrm>
            <a:off x="6610707" y="1456411"/>
            <a:ext cx="718230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spc="-50">
                <a:ln w="3175">
                  <a:noFill/>
                </a:ln>
                <a:gradFill flip="none" rotWithShape="1">
                  <a:gsLst>
                    <a:gs pos="0">
                      <a:srgbClr val="175B9C"/>
                    </a:gs>
                    <a:gs pos="100000">
                      <a:srgbClr val="87ADA2"/>
                    </a:gs>
                    <a:gs pos="50000">
                      <a:srgbClr val="0078D4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atin typeface="Segoe UI Semibold" panose="020B0502040204020203" pitchFamily="34" charset="0"/>
                <a:cs typeface="Segoe UI" panose="020B0502040204020203" pitchFamily="34" charset="0"/>
              </a:rPr>
              <a:t>#</a:t>
            </a:r>
            <a:endParaRPr lang="en-US" sz="6000" b="1" spc="-50">
              <a:ln w="3175">
                <a:noFill/>
              </a:ln>
              <a:gradFill flip="none" rotWithShape="1">
                <a:gsLst>
                  <a:gs pos="0">
                    <a:srgbClr val="175B9C"/>
                  </a:gs>
                  <a:gs pos="100000">
                    <a:srgbClr val="87ADA2"/>
                  </a:gs>
                  <a:gs pos="50000">
                    <a:srgbClr val="0078D4"/>
                  </a:gs>
                </a:gsLst>
                <a:path path="circle">
                  <a:fillToRect t="100000" r="100000"/>
                </a:path>
                <a:tileRect l="-100000" b="-100000"/>
              </a:gradFill>
              <a:latin typeface="Segoe UI Semibold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2" name="TextBox 8, chunk 1">
            <a:extLst>
              <a:ext uri="{FF2B5EF4-FFF2-40B4-BE49-F238E27FC236}">
                <a16:creationId xmlns:a16="http://schemas.microsoft.com/office/drawing/2014/main" id="{81E8BE31-1441-6D41-D64E-A7CB99865B02}"/>
              </a:ext>
            </a:extLst>
          </p:cNvPr>
          <p:cNvSpPr txBox="1"/>
          <p:nvPr/>
        </p:nvSpPr>
        <p:spPr>
          <a:xfrm>
            <a:off x="7328937" y="1641078"/>
            <a:ext cx="3853771" cy="46166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pPr marL="0" marR="0" lvl="0" indent="0" algn="l" defTabSz="91436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reference an issue or PR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B66BA2E-7C0C-ECDC-CC32-7E363A600335}"/>
              </a:ext>
            </a:extLst>
          </p:cNvPr>
          <p:cNvSpPr txBox="1"/>
          <p:nvPr/>
        </p:nvSpPr>
        <p:spPr>
          <a:xfrm>
            <a:off x="6610707" y="2535785"/>
            <a:ext cx="718230" cy="830997"/>
          </a:xfrm>
          <a:prstGeom prst="rect">
            <a:avLst/>
          </a:prstGeom>
          <a:noFill/>
        </p:spPr>
        <p:txBody>
          <a:bodyPr wrap="squar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5400" b="1" spc="-50">
                <a:ln w="3175">
                  <a:noFill/>
                </a:ln>
                <a:gradFill flip="none" rotWithShape="1">
                  <a:gsLst>
                    <a:gs pos="0">
                      <a:srgbClr val="175B9C"/>
                    </a:gs>
                    <a:gs pos="100000">
                      <a:srgbClr val="87ADA2"/>
                    </a:gs>
                    <a:gs pos="50000">
                      <a:srgbClr val="0078D4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latin typeface="Segoe UI Semibold" panose="020B0502040204020203" pitchFamily="34" charset="0"/>
                <a:cs typeface="Segoe UI" panose="020B0502040204020203" pitchFamily="34" charset="0"/>
              </a:rPr>
              <a:t>@</a:t>
            </a:r>
            <a:endParaRPr lang="en-US" sz="6000" b="1" spc="-50">
              <a:ln w="3175">
                <a:noFill/>
              </a:ln>
              <a:gradFill flip="none" rotWithShape="1">
                <a:gsLst>
                  <a:gs pos="0">
                    <a:srgbClr val="175B9C"/>
                  </a:gs>
                  <a:gs pos="100000">
                    <a:srgbClr val="87ADA2"/>
                  </a:gs>
                  <a:gs pos="50000">
                    <a:srgbClr val="0078D4"/>
                  </a:gs>
                </a:gsLst>
                <a:path path="circle">
                  <a:fillToRect t="100000" r="100000"/>
                </a:path>
                <a:tileRect l="-100000" b="-100000"/>
              </a:gradFill>
              <a:latin typeface="Segoe UI Semibold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13" name="TextBox 8, chunk 2">
            <a:extLst>
              <a:ext uri="{FF2B5EF4-FFF2-40B4-BE49-F238E27FC236}">
                <a16:creationId xmlns:a16="http://schemas.microsoft.com/office/drawing/2014/main" id="{EAD32385-3CC3-E152-4106-7679E7196B50}"/>
              </a:ext>
            </a:extLst>
          </p:cNvPr>
          <p:cNvSpPr txBox="1"/>
          <p:nvPr/>
        </p:nvSpPr>
        <p:spPr>
          <a:xfrm>
            <a:off x="7328937" y="2720452"/>
            <a:ext cx="3853771" cy="461665"/>
          </a:xfrm>
          <a:prstGeom prst="rect">
            <a:avLst/>
          </a:prstGeom>
          <a:noFill/>
        </p:spPr>
        <p:txBody>
          <a:bodyPr wrap="square" numCol="1">
            <a:spAutoFit/>
          </a:bodyPr>
          <a:lstStyle>
            <a:defPPr>
              <a:defRPr lang="en-US"/>
            </a:defPPr>
            <a:lvl1pPr>
              <a:defRPr sz="2400"/>
            </a:lvl1pPr>
          </a:lstStyle>
          <a:p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"/>
                <a:ea typeface="+mn-ea"/>
                <a:cs typeface="+mn-cs"/>
              </a:rPr>
              <a:t>to reference a file</a:t>
            </a:r>
            <a:endParaRPr lang="en-CA" err="1"/>
          </a:p>
        </p:txBody>
      </p:sp>
      <p:sp>
        <p:nvSpPr>
          <p:cNvPr id="10" name="Rounded Rectangle 4">
            <a:extLst>
              <a:ext uri="{FF2B5EF4-FFF2-40B4-BE49-F238E27FC236}">
                <a16:creationId xmlns:a16="http://schemas.microsoft.com/office/drawing/2014/main" id="{C1A0F83B-B420-30CB-0C7E-566C7A923E13}"/>
              </a:ext>
            </a:extLst>
          </p:cNvPr>
          <p:cNvSpPr/>
          <p:nvPr/>
        </p:nvSpPr>
        <p:spPr>
          <a:xfrm>
            <a:off x="6551059" y="3567171"/>
            <a:ext cx="4720893" cy="1801654"/>
          </a:xfrm>
          <a:prstGeom prst="roundRect">
            <a:avLst>
              <a:gd name="adj" fmla="val 20068"/>
            </a:avLst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</p:spPr>
        <p:txBody>
          <a:bodyPr wrap="square" lIns="182880" tIns="182880" rIns="182880" bIns="182880" rtlCol="0" anchor="ctr" anchorCtr="0">
            <a:spAutoFit/>
          </a:bodyPr>
          <a:lstStyle/>
          <a:p>
            <a:pPr algn="ctr" defTabSz="914437" fontAlgn="base">
              <a:spcBef>
                <a:spcPct val="0"/>
              </a:spcBef>
              <a:spcAft>
                <a:spcPct val="0"/>
              </a:spcAft>
              <a:tabLst>
                <a:tab pos="1487158" algn="l"/>
              </a:tabLst>
            </a:pPr>
            <a:r>
              <a:rPr lang="en-US" sz="2000">
                <a:ln w="3175">
                  <a:noFill/>
                </a:ln>
                <a:solidFill>
                  <a:srgbClr val="000000"/>
                </a:solidFill>
                <a:cs typeface="Segoe UI" pitchFamily="34" charset="0"/>
              </a:rPr>
              <a:t>Yes, Copilot will likely find it anyway.</a:t>
            </a:r>
            <a:br>
              <a:rPr lang="en-US" sz="2000">
                <a:ln w="3175">
                  <a:noFill/>
                </a:ln>
                <a:solidFill>
                  <a:srgbClr val="000000"/>
                </a:solidFill>
                <a:cs typeface="Segoe UI" pitchFamily="34" charset="0"/>
              </a:rPr>
            </a:br>
            <a:r>
              <a:rPr lang="en-US" sz="2000">
                <a:ln w="3175">
                  <a:noFill/>
                </a:ln>
                <a:solidFill>
                  <a:srgbClr val="000000"/>
                </a:solidFill>
                <a:latin typeface="+mj-lt"/>
                <a:cs typeface="Segoe UI" pitchFamily="34" charset="0"/>
              </a:rPr>
              <a:t>But if you know it, telling Copilot right up front will save time, tokens and avoid confusion.)</a:t>
            </a:r>
          </a:p>
        </p:txBody>
      </p:sp>
    </p:spTree>
    <p:extLst>
      <p:ext uri="{BB962C8B-B14F-4D97-AF65-F5344CB8AC3E}">
        <p14:creationId xmlns:p14="http://schemas.microsoft.com/office/powerpoint/2010/main" val="614454150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4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7" grpId="1" animBg="1"/>
      <p:bldP spid="2" grpId="0"/>
      <p:bldP spid="2" grpId="1"/>
      <p:bldP spid="11" grpId="0"/>
      <p:bldP spid="11" grpId="1"/>
      <p:bldP spid="12" grpId="0"/>
      <p:bldP spid="12" grpId="1"/>
      <p:bldP spid="14" grpId="0"/>
      <p:bldP spid="14" grpId="1"/>
      <p:bldP spid="13" grpId="0"/>
      <p:bldP spid="13" grpId="1"/>
      <p:bldP spid="10" grpId="0" animBg="1"/>
      <p:bldP spid="1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2924A9-882B-FEAA-FF8B-C45306BEAF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C3A0D4FB-D1B7-7D28-C774-F7C2F4F96E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874963"/>
            <a:ext cx="4127500" cy="1108075"/>
          </a:xfrm>
        </p:spPr>
        <p:txBody>
          <a:bodyPr/>
          <a:lstStyle/>
          <a:p>
            <a:r>
              <a:rPr lang="en-US"/>
              <a:t>Tools to provide Copilot context</a:t>
            </a:r>
          </a:p>
        </p:txBody>
      </p:sp>
      <p:sp>
        <p:nvSpPr>
          <p:cNvPr id="28" name="Rounded Rectangle 16">
            <a:extLst>
              <a:ext uri="{FF2B5EF4-FFF2-40B4-BE49-F238E27FC236}">
                <a16:creationId xmlns:a16="http://schemas.microsoft.com/office/drawing/2014/main" id="{071DE40A-0BBC-C41D-A29E-70A90DB19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087642" y="774700"/>
            <a:ext cx="3108960" cy="2484438"/>
          </a:xfrm>
          <a:prstGeom prst="roundRect">
            <a:avLst>
              <a:gd name="adj" fmla="val 11569"/>
            </a:avLst>
          </a:prstGeom>
          <a:solidFill>
            <a:schemeClr val="tx1">
              <a:alpha val="7000"/>
            </a:schemeClr>
          </a:soli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b="1">
              <a:ln w="3175">
                <a:noFill/>
              </a:ln>
              <a:gradFill>
                <a:gsLst>
                  <a:gs pos="22936">
                    <a:srgbClr val="000000"/>
                  </a:gs>
                  <a:gs pos="38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  <a:cs typeface="Segoe UI" pitchFamily="34" charset="0"/>
            </a:endParaRPr>
          </a:p>
        </p:txBody>
      </p:sp>
      <p:sp>
        <p:nvSpPr>
          <p:cNvPr id="29" name="Rounded Rectangle 18">
            <a:extLst>
              <a:ext uri="{FF2B5EF4-FFF2-40B4-BE49-F238E27FC236}">
                <a16:creationId xmlns:a16="http://schemas.microsoft.com/office/drawing/2014/main" id="{13B36C36-E85D-1CFB-6E46-CF107447C3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494077" y="774700"/>
            <a:ext cx="3108960" cy="2484438"/>
          </a:xfrm>
          <a:prstGeom prst="roundRect">
            <a:avLst>
              <a:gd name="adj" fmla="val 11569"/>
            </a:avLst>
          </a:prstGeom>
          <a:solidFill>
            <a:schemeClr val="tx1">
              <a:alpha val="7000"/>
            </a:schemeClr>
          </a:soli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b="1">
              <a:ln w="3175">
                <a:noFill/>
              </a:ln>
              <a:gradFill>
                <a:gsLst>
                  <a:gs pos="22936">
                    <a:srgbClr val="000000"/>
                  </a:gs>
                  <a:gs pos="38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  <a:cs typeface="Segoe UI" pitchFamily="34" charset="0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8A9C274-FE70-F3EC-02F8-7A10E27831FA}"/>
              </a:ext>
            </a:extLst>
          </p:cNvPr>
          <p:cNvSpPr txBox="1">
            <a:spLocks/>
          </p:cNvSpPr>
          <p:nvPr/>
        </p:nvSpPr>
        <p:spPr>
          <a:xfrm>
            <a:off x="5403184" y="1855765"/>
            <a:ext cx="2180402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cs typeface="Segoe UI" panose="020B0502040204020203" pitchFamily="34" charset="0"/>
              </a:rPr>
              <a:t>Custom agents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4802D01-F928-B1F6-5A07-37F86E80EEB4}"/>
              </a:ext>
            </a:extLst>
          </p:cNvPr>
          <p:cNvSpPr txBox="1">
            <a:spLocks/>
          </p:cNvSpPr>
          <p:nvPr/>
        </p:nvSpPr>
        <p:spPr>
          <a:xfrm>
            <a:off x="5403183" y="2314804"/>
            <a:ext cx="2272983" cy="492443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 sz="16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Acts as the orchestrator to fulfill the requirements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258E491-7688-0D15-4BB4-89D5DBE769FD}"/>
              </a:ext>
            </a:extLst>
          </p:cNvPr>
          <p:cNvSpPr txBox="1">
            <a:spLocks/>
          </p:cNvSpPr>
          <p:nvPr/>
        </p:nvSpPr>
        <p:spPr>
          <a:xfrm>
            <a:off x="8809619" y="1855765"/>
            <a:ext cx="2180402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cs typeface="Segoe UI" panose="020B0502040204020203" pitchFamily="34" charset="0"/>
              </a:rPr>
              <a:t>Agent skills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FF6C866-5B2A-1375-23E4-5E13378B97D4}"/>
              </a:ext>
            </a:extLst>
          </p:cNvPr>
          <p:cNvSpPr txBox="1">
            <a:spLocks/>
          </p:cNvSpPr>
          <p:nvPr/>
        </p:nvSpPr>
        <p:spPr>
          <a:xfrm>
            <a:off x="8809618" y="2314804"/>
            <a:ext cx="2480681" cy="492443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 sz="16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Task master that performs lower-level operations</a:t>
            </a:r>
          </a:p>
        </p:txBody>
      </p:sp>
      <p:sp>
        <p:nvSpPr>
          <p:cNvPr id="39" name="Rounded Rectangle 16">
            <a:extLst>
              <a:ext uri="{FF2B5EF4-FFF2-40B4-BE49-F238E27FC236}">
                <a16:creationId xmlns:a16="http://schemas.microsoft.com/office/drawing/2014/main" id="{1EC70D03-5F41-71F5-06DE-CDA39868A5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087642" y="3578203"/>
            <a:ext cx="3108960" cy="2484438"/>
          </a:xfrm>
          <a:prstGeom prst="roundRect">
            <a:avLst>
              <a:gd name="adj" fmla="val 11569"/>
            </a:avLst>
          </a:prstGeom>
          <a:solidFill>
            <a:schemeClr val="tx1">
              <a:alpha val="7000"/>
            </a:schemeClr>
          </a:soli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b="1">
              <a:ln w="3175">
                <a:noFill/>
              </a:ln>
              <a:gradFill>
                <a:gsLst>
                  <a:gs pos="22936">
                    <a:srgbClr val="000000"/>
                  </a:gs>
                  <a:gs pos="38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  <a:cs typeface="Segoe UI" pitchFamily="34" charset="0"/>
            </a:endParaRPr>
          </a:p>
        </p:txBody>
      </p:sp>
      <p:sp>
        <p:nvSpPr>
          <p:cNvPr id="40" name="Rounded Rectangle 18">
            <a:extLst>
              <a:ext uri="{FF2B5EF4-FFF2-40B4-BE49-F238E27FC236}">
                <a16:creationId xmlns:a16="http://schemas.microsoft.com/office/drawing/2014/main" id="{B2FDBE88-BF17-A784-C3D3-7C034A1B2A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494077" y="3578203"/>
            <a:ext cx="3108960" cy="2484438"/>
          </a:xfrm>
          <a:prstGeom prst="roundRect">
            <a:avLst>
              <a:gd name="adj" fmla="val 11569"/>
            </a:avLst>
          </a:prstGeom>
          <a:solidFill>
            <a:schemeClr val="tx1">
              <a:alpha val="7000"/>
            </a:schemeClr>
          </a:soli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b="1">
              <a:ln w="3175">
                <a:noFill/>
              </a:ln>
              <a:gradFill>
                <a:gsLst>
                  <a:gs pos="22936">
                    <a:srgbClr val="000000"/>
                  </a:gs>
                  <a:gs pos="38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  <a:cs typeface="Segoe UI" pitchFamily="34" charset="0"/>
            </a:endParaRP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C5DAEDF4-1032-AD8B-962F-BB10256BC578}"/>
              </a:ext>
            </a:extLst>
          </p:cNvPr>
          <p:cNvSpPr txBox="1">
            <a:spLocks/>
          </p:cNvSpPr>
          <p:nvPr/>
        </p:nvSpPr>
        <p:spPr>
          <a:xfrm>
            <a:off x="5403184" y="4659268"/>
            <a:ext cx="2419744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cs typeface="Segoe UI" panose="020B0502040204020203" pitchFamily="34" charset="0"/>
              </a:rPr>
              <a:t>Instructions files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ADE12DB-3B68-D557-445F-55955B25F848}"/>
              </a:ext>
            </a:extLst>
          </p:cNvPr>
          <p:cNvSpPr txBox="1">
            <a:spLocks/>
          </p:cNvSpPr>
          <p:nvPr/>
        </p:nvSpPr>
        <p:spPr>
          <a:xfrm>
            <a:off x="5403184" y="5118307"/>
            <a:ext cx="2419744" cy="492443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 sz="16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Sets the standards for the code to be generated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0AF3065-FCE1-667C-F327-CAB993BFBDAB}"/>
              </a:ext>
            </a:extLst>
          </p:cNvPr>
          <p:cNvSpPr txBox="1">
            <a:spLocks/>
          </p:cNvSpPr>
          <p:nvPr/>
        </p:nvSpPr>
        <p:spPr>
          <a:xfrm>
            <a:off x="8809619" y="4659268"/>
            <a:ext cx="2180402" cy="369332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cs typeface="Segoe UI" panose="020B0502040204020203" pitchFamily="34" charset="0"/>
              </a:rPr>
              <a:t>MCP servers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9CBE922-1390-8EF0-37BF-A4CA871DB0EF}"/>
              </a:ext>
            </a:extLst>
          </p:cNvPr>
          <p:cNvSpPr txBox="1">
            <a:spLocks/>
          </p:cNvSpPr>
          <p:nvPr/>
        </p:nvSpPr>
        <p:spPr>
          <a:xfrm>
            <a:off x="8809619" y="5118307"/>
            <a:ext cx="1909182" cy="492443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32449">
              <a:spcBef>
                <a:spcPts val="200"/>
              </a:spcBef>
              <a:defRPr sz="2400">
                <a:gradFill>
                  <a:gsLst>
                    <a:gs pos="20280">
                      <a:srgbClr val="000000"/>
                    </a:gs>
                    <a:gs pos="41958">
                      <a:srgbClr val="000000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lvl="0" algn="l">
              <a:defRPr/>
            </a:pPr>
            <a:r>
              <a:rPr lang="en-US" sz="16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Segoe UI" panose="020B0502040204020203" pitchFamily="34" charset="0"/>
                <a:cs typeface="Segoe UI" panose="020B0502040204020203" pitchFamily="34" charset="0"/>
              </a:rPr>
              <a:t>Provides additional context or tools</a:t>
            </a:r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0ABD7A82-59BD-A8D0-3B89-DE1C88885C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403183" y="1064977"/>
            <a:ext cx="612826" cy="612826"/>
          </a:xfrm>
          <a:prstGeom prst="ellipse">
            <a:avLst/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914400" tIns="261257" rIns="914400" bIns="3918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8206">
              <a:spcBef>
                <a:spcPts val="1206"/>
              </a:spcBef>
              <a:tabLst>
                <a:tab pos="5666852" algn="l"/>
              </a:tabLst>
            </a:pPr>
            <a:endParaRPr lang="en-US" sz="5143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  <p:pic>
        <p:nvPicPr>
          <p:cNvPr id="47" name="Graphic 46">
            <a:extLst>
              <a:ext uri="{FF2B5EF4-FFF2-40B4-BE49-F238E27FC236}">
                <a16:creationId xmlns:a16="http://schemas.microsoft.com/office/drawing/2014/main" id="{5461B58C-6E6B-DC72-40DA-1042538970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-1361" r="-1361"/>
          <a:stretch>
            <a:fillRect/>
          </a:stretch>
        </p:blipFill>
        <p:spPr>
          <a:xfrm>
            <a:off x="5553665" y="1234770"/>
            <a:ext cx="311863" cy="273240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9D371F57-FB44-9E05-AC64-10A618E75C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809618" y="1064977"/>
            <a:ext cx="612826" cy="612826"/>
          </a:xfrm>
          <a:prstGeom prst="ellipse">
            <a:avLst/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914400" tIns="261257" rIns="914400" bIns="3918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8206">
              <a:spcBef>
                <a:spcPts val="1206"/>
              </a:spcBef>
              <a:tabLst>
                <a:tab pos="5666852" algn="l"/>
              </a:tabLst>
            </a:pPr>
            <a:endParaRPr lang="en-US" sz="5143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BD08EDAB-6882-4EBD-284B-FE7DA8BC20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5403183" y="3863123"/>
            <a:ext cx="612826" cy="612826"/>
          </a:xfrm>
          <a:prstGeom prst="ellipse">
            <a:avLst/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914400" tIns="261257" rIns="914400" bIns="3918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8206">
              <a:spcBef>
                <a:spcPts val="1206"/>
              </a:spcBef>
              <a:tabLst>
                <a:tab pos="5666852" algn="l"/>
              </a:tabLst>
            </a:pPr>
            <a:endParaRPr lang="en-US" sz="5143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0FF01C61-E926-9557-A886-931C3A2200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 bwMode="auto">
          <a:xfrm>
            <a:off x="8809618" y="3863123"/>
            <a:ext cx="612826" cy="612826"/>
          </a:xfrm>
          <a:prstGeom prst="ellipse">
            <a:avLst/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914400" tIns="261257" rIns="914400" bIns="3918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8206">
              <a:spcBef>
                <a:spcPts val="1206"/>
              </a:spcBef>
              <a:tabLst>
                <a:tab pos="5666852" algn="l"/>
              </a:tabLst>
            </a:pPr>
            <a:endParaRPr lang="en-US" sz="5143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  <p:sp>
        <p:nvSpPr>
          <p:cNvPr id="60" name="Graphic 58">
            <a:extLst>
              <a:ext uri="{FF2B5EF4-FFF2-40B4-BE49-F238E27FC236}">
                <a16:creationId xmlns:a16="http://schemas.microsoft.com/office/drawing/2014/main" id="{6F246FF8-4882-ECC4-A16D-846BB642BB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006736" y="4032916"/>
            <a:ext cx="218592" cy="273240"/>
          </a:xfrm>
          <a:custGeom>
            <a:avLst/>
            <a:gdLst>
              <a:gd name="csX0" fmla="*/ 76200 w 152400"/>
              <a:gd name="csY0" fmla="*/ 76200 h 190500"/>
              <a:gd name="csX1" fmla="*/ 152400 w 152400"/>
              <a:gd name="csY1" fmla="*/ 38100 h 190500"/>
              <a:gd name="csX2" fmla="*/ 76200 w 152400"/>
              <a:gd name="csY2" fmla="*/ 0 h 190500"/>
              <a:gd name="csX3" fmla="*/ 0 w 152400"/>
              <a:gd name="csY3" fmla="*/ 38100 h 190500"/>
              <a:gd name="csX4" fmla="*/ 76200 w 152400"/>
              <a:gd name="csY4" fmla="*/ 76200 h 190500"/>
              <a:gd name="csX5" fmla="*/ 136474 w 152400"/>
              <a:gd name="csY5" fmla="*/ 77819 h 190500"/>
              <a:gd name="csX6" fmla="*/ 152400 w 152400"/>
              <a:gd name="csY6" fmla="*/ 67180 h 190500"/>
              <a:gd name="csX7" fmla="*/ 152400 w 152400"/>
              <a:gd name="csY7" fmla="*/ 152400 h 190500"/>
              <a:gd name="csX8" fmla="*/ 76200 w 152400"/>
              <a:gd name="csY8" fmla="*/ 190500 h 190500"/>
              <a:gd name="csX9" fmla="*/ 0 w 152400"/>
              <a:gd name="csY9" fmla="*/ 152400 h 190500"/>
              <a:gd name="csX10" fmla="*/ 0 w 152400"/>
              <a:gd name="csY10" fmla="*/ 67180 h 190500"/>
              <a:gd name="csX11" fmla="*/ 15926 w 152400"/>
              <a:gd name="csY11" fmla="*/ 77819 h 190500"/>
              <a:gd name="csX12" fmla="*/ 76200 w 152400"/>
              <a:gd name="csY12" fmla="*/ 90488 h 190500"/>
              <a:gd name="csX13" fmla="*/ 136474 w 152400"/>
              <a:gd name="csY13" fmla="*/ 77819 h 190500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</a:cxnLst>
            <a:rect l="l" t="t" r="r" b="b"/>
            <a:pathLst>
              <a:path w="152400" h="190500">
                <a:moveTo>
                  <a:pt x="76200" y="76200"/>
                </a:moveTo>
                <a:cubicBezTo>
                  <a:pt x="118281" y="76200"/>
                  <a:pt x="152400" y="59150"/>
                  <a:pt x="152400" y="38100"/>
                </a:cubicBezTo>
                <a:cubicBezTo>
                  <a:pt x="152400" y="17050"/>
                  <a:pt x="118281" y="0"/>
                  <a:pt x="76200" y="0"/>
                </a:cubicBezTo>
                <a:cubicBezTo>
                  <a:pt x="34119" y="0"/>
                  <a:pt x="0" y="17050"/>
                  <a:pt x="0" y="38100"/>
                </a:cubicBezTo>
                <a:cubicBezTo>
                  <a:pt x="0" y="59150"/>
                  <a:pt x="34119" y="76200"/>
                  <a:pt x="76200" y="76200"/>
                </a:cubicBezTo>
                <a:close/>
                <a:moveTo>
                  <a:pt x="136474" y="77819"/>
                </a:moveTo>
                <a:cubicBezTo>
                  <a:pt x="142230" y="74993"/>
                  <a:pt x="147585" y="71415"/>
                  <a:pt x="152400" y="67180"/>
                </a:cubicBezTo>
                <a:lnTo>
                  <a:pt x="152400" y="152400"/>
                </a:lnTo>
                <a:cubicBezTo>
                  <a:pt x="152400" y="173450"/>
                  <a:pt x="118281" y="190500"/>
                  <a:pt x="76200" y="190500"/>
                </a:cubicBezTo>
                <a:cubicBezTo>
                  <a:pt x="34119" y="190500"/>
                  <a:pt x="0" y="173450"/>
                  <a:pt x="0" y="152400"/>
                </a:cubicBezTo>
                <a:lnTo>
                  <a:pt x="0" y="67180"/>
                </a:lnTo>
                <a:cubicBezTo>
                  <a:pt x="4815" y="71415"/>
                  <a:pt x="10170" y="74993"/>
                  <a:pt x="15926" y="77819"/>
                </a:cubicBezTo>
                <a:cubicBezTo>
                  <a:pt x="32099" y="85896"/>
                  <a:pt x="53416" y="90488"/>
                  <a:pt x="76200" y="90488"/>
                </a:cubicBezTo>
                <a:cubicBezTo>
                  <a:pt x="98984" y="90488"/>
                  <a:pt x="120301" y="85896"/>
                  <a:pt x="136474" y="77819"/>
                </a:cubicBezTo>
                <a:close/>
              </a:path>
            </a:pathLst>
          </a:custGeom>
          <a:solidFill>
            <a:srgbClr val="212121"/>
          </a:solidFill>
          <a:ln w="9525" cap="flat">
            <a:noFill/>
            <a:prstDash val="solid"/>
            <a:miter/>
          </a:ln>
        </p:spPr>
        <p:txBody>
          <a:bodyPr/>
          <a:lstStyle/>
          <a:p>
            <a:endParaRPr lang="en-CA"/>
          </a:p>
        </p:txBody>
      </p:sp>
      <p:pic>
        <p:nvPicPr>
          <p:cNvPr id="54" name="Graphic 53">
            <a:extLst>
              <a:ext uri="{FF2B5EF4-FFF2-40B4-BE49-F238E27FC236}">
                <a16:creationId xmlns:a16="http://schemas.microsoft.com/office/drawing/2014/main" id="{E6BA7E88-D465-42CA-7A51-4522458E0F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504107" y="3964048"/>
            <a:ext cx="410977" cy="410977"/>
          </a:xfrm>
          <a:prstGeom prst="rect">
            <a:avLst/>
          </a:prstGeom>
        </p:spPr>
      </p:pic>
      <p:sp>
        <p:nvSpPr>
          <p:cNvPr id="57" name="Graphic 11">
            <a:extLst>
              <a:ext uri="{FF2B5EF4-FFF2-40B4-BE49-F238E27FC236}">
                <a16:creationId xmlns:a16="http://schemas.microsoft.com/office/drawing/2014/main" id="{831CB441-94E2-DB9C-B51B-863FCB7AE6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ChangeAspect="1"/>
          </p:cNvSpPr>
          <p:nvPr/>
        </p:nvSpPr>
        <p:spPr>
          <a:xfrm>
            <a:off x="9007363" y="1221513"/>
            <a:ext cx="217337" cy="299754"/>
          </a:xfrm>
          <a:custGeom>
            <a:avLst/>
            <a:gdLst>
              <a:gd name="connsiteX0" fmla="*/ 245472 w 329935"/>
              <a:gd name="connsiteY0" fmla="*/ 386776 h 455051"/>
              <a:gd name="connsiteX1" fmla="*/ 238857 w 329935"/>
              <a:gd name="connsiteY1" fmla="*/ 415412 h 455051"/>
              <a:gd name="connsiteX2" fmla="*/ 192921 w 329935"/>
              <a:gd name="connsiteY2" fmla="*/ 454902 h 455051"/>
              <a:gd name="connsiteX3" fmla="*/ 188982 w 329935"/>
              <a:gd name="connsiteY3" fmla="*/ 455052 h 455051"/>
              <a:gd name="connsiteX4" fmla="*/ 140932 w 329935"/>
              <a:gd name="connsiteY4" fmla="*/ 455052 h 455051"/>
              <a:gd name="connsiteX5" fmla="*/ 92081 w 329935"/>
              <a:gd name="connsiteY5" fmla="*/ 419182 h 455051"/>
              <a:gd name="connsiteX6" fmla="*/ 91047 w 329935"/>
              <a:gd name="connsiteY6" fmla="*/ 415375 h 455051"/>
              <a:gd name="connsiteX7" fmla="*/ 84441 w 329935"/>
              <a:gd name="connsiteY7" fmla="*/ 386776 h 455051"/>
              <a:gd name="connsiteX8" fmla="*/ 245472 w 329935"/>
              <a:gd name="connsiteY8" fmla="*/ 386776 h 455051"/>
              <a:gd name="connsiteX9" fmla="*/ 164968 w 329935"/>
              <a:gd name="connsiteY9" fmla="*/ 0 h 455051"/>
              <a:gd name="connsiteX10" fmla="*/ 329935 w 329935"/>
              <a:gd name="connsiteY10" fmla="*/ 164968 h 455051"/>
              <a:gd name="connsiteX11" fmla="*/ 267011 w 329935"/>
              <a:gd name="connsiteY11" fmla="*/ 297868 h 455051"/>
              <a:gd name="connsiteX12" fmla="*/ 265398 w 329935"/>
              <a:gd name="connsiteY12" fmla="*/ 300701 h 455051"/>
              <a:gd name="connsiteX13" fmla="*/ 253390 w 329935"/>
              <a:gd name="connsiteY13" fmla="*/ 352645 h 455051"/>
              <a:gd name="connsiteX14" fmla="*/ 182033 w 329935"/>
              <a:gd name="connsiteY14" fmla="*/ 352645 h 455051"/>
              <a:gd name="connsiteX15" fmla="*/ 182033 w 329935"/>
              <a:gd name="connsiteY15" fmla="*/ 199084 h 455051"/>
              <a:gd name="connsiteX16" fmla="*/ 164968 w 329935"/>
              <a:gd name="connsiteY16" fmla="*/ 182018 h 455051"/>
              <a:gd name="connsiteX17" fmla="*/ 147902 w 329935"/>
              <a:gd name="connsiteY17" fmla="*/ 199084 h 455051"/>
              <a:gd name="connsiteX18" fmla="*/ 147902 w 329935"/>
              <a:gd name="connsiteY18" fmla="*/ 352645 h 455051"/>
              <a:gd name="connsiteX19" fmla="*/ 76545 w 329935"/>
              <a:gd name="connsiteY19" fmla="*/ 352645 h 455051"/>
              <a:gd name="connsiteX20" fmla="*/ 64577 w 329935"/>
              <a:gd name="connsiteY20" fmla="*/ 300706 h 455051"/>
              <a:gd name="connsiteX21" fmla="*/ 62961 w 329935"/>
              <a:gd name="connsiteY21" fmla="*/ 297868 h 455051"/>
              <a:gd name="connsiteX22" fmla="*/ 0 w 329935"/>
              <a:gd name="connsiteY22" fmla="*/ 164968 h 455051"/>
              <a:gd name="connsiteX23" fmla="*/ 164968 w 329935"/>
              <a:gd name="connsiteY23" fmla="*/ 0 h 455051"/>
              <a:gd name="connsiteX24" fmla="*/ 147902 w 329935"/>
              <a:gd name="connsiteY24" fmla="*/ 108077 h 455051"/>
              <a:gd name="connsiteX25" fmla="*/ 147902 w 329935"/>
              <a:gd name="connsiteY25" fmla="*/ 142209 h 455051"/>
              <a:gd name="connsiteX26" fmla="*/ 164968 w 329935"/>
              <a:gd name="connsiteY26" fmla="*/ 159274 h 455051"/>
              <a:gd name="connsiteX27" fmla="*/ 182033 w 329935"/>
              <a:gd name="connsiteY27" fmla="*/ 142209 h 455051"/>
              <a:gd name="connsiteX28" fmla="*/ 182033 w 329935"/>
              <a:gd name="connsiteY28" fmla="*/ 108077 h 455051"/>
              <a:gd name="connsiteX29" fmla="*/ 164968 w 329935"/>
              <a:gd name="connsiteY29" fmla="*/ 91011 h 455051"/>
              <a:gd name="connsiteX30" fmla="*/ 147902 w 329935"/>
              <a:gd name="connsiteY30" fmla="*/ 108077 h 455051"/>
              <a:gd name="connsiteX31" fmla="*/ 262362 w 329935"/>
              <a:gd name="connsiteY31" fmla="*/ 141419 h 455051"/>
              <a:gd name="connsiteX32" fmla="*/ 238229 w 329935"/>
              <a:gd name="connsiteY32" fmla="*/ 141419 h 455051"/>
              <a:gd name="connsiteX33" fmla="*/ 214094 w 329935"/>
              <a:gd name="connsiteY33" fmla="*/ 165554 h 455051"/>
              <a:gd name="connsiteX34" fmla="*/ 214094 w 329935"/>
              <a:gd name="connsiteY34" fmla="*/ 189688 h 455051"/>
              <a:gd name="connsiteX35" fmla="*/ 238229 w 329935"/>
              <a:gd name="connsiteY35" fmla="*/ 189688 h 455051"/>
              <a:gd name="connsiteX36" fmla="*/ 262362 w 329935"/>
              <a:gd name="connsiteY36" fmla="*/ 165554 h 455051"/>
              <a:gd name="connsiteX37" fmla="*/ 262362 w 329935"/>
              <a:gd name="connsiteY37" fmla="*/ 141419 h 455051"/>
              <a:gd name="connsiteX38" fmla="*/ 91707 w 329935"/>
              <a:gd name="connsiteY38" fmla="*/ 141419 h 455051"/>
              <a:gd name="connsiteX39" fmla="*/ 67572 w 329935"/>
              <a:gd name="connsiteY39" fmla="*/ 141419 h 455051"/>
              <a:gd name="connsiteX40" fmla="*/ 67572 w 329935"/>
              <a:gd name="connsiteY40" fmla="*/ 165554 h 455051"/>
              <a:gd name="connsiteX41" fmla="*/ 91707 w 329935"/>
              <a:gd name="connsiteY41" fmla="*/ 189688 h 455051"/>
              <a:gd name="connsiteX42" fmla="*/ 115841 w 329935"/>
              <a:gd name="connsiteY42" fmla="*/ 189688 h 455051"/>
              <a:gd name="connsiteX43" fmla="*/ 115841 w 329935"/>
              <a:gd name="connsiteY43" fmla="*/ 165554 h 455051"/>
              <a:gd name="connsiteX44" fmla="*/ 91707 w 329935"/>
              <a:gd name="connsiteY44" fmla="*/ 141419 h 4550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</a:cxnLst>
            <a:rect l="l" t="t" r="r" b="b"/>
            <a:pathLst>
              <a:path w="329935" h="455051">
                <a:moveTo>
                  <a:pt x="245472" y="386776"/>
                </a:moveTo>
                <a:lnTo>
                  <a:pt x="238857" y="415412"/>
                </a:lnTo>
                <a:cubicBezTo>
                  <a:pt x="233779" y="437331"/>
                  <a:pt x="215056" y="453204"/>
                  <a:pt x="192921" y="454902"/>
                </a:cubicBezTo>
                <a:lnTo>
                  <a:pt x="188982" y="455052"/>
                </a:lnTo>
                <a:lnTo>
                  <a:pt x="140932" y="455052"/>
                </a:lnTo>
                <a:cubicBezTo>
                  <a:pt x="118419" y="455052"/>
                  <a:pt x="98719" y="440378"/>
                  <a:pt x="92081" y="419182"/>
                </a:cubicBezTo>
                <a:lnTo>
                  <a:pt x="91047" y="415375"/>
                </a:lnTo>
                <a:lnTo>
                  <a:pt x="84441" y="386776"/>
                </a:lnTo>
                <a:lnTo>
                  <a:pt x="245472" y="386776"/>
                </a:lnTo>
                <a:close/>
                <a:moveTo>
                  <a:pt x="164968" y="0"/>
                </a:moveTo>
                <a:cubicBezTo>
                  <a:pt x="256078" y="0"/>
                  <a:pt x="329935" y="73858"/>
                  <a:pt x="329935" y="164968"/>
                </a:cubicBezTo>
                <a:cubicBezTo>
                  <a:pt x="329935" y="213582"/>
                  <a:pt x="308647" y="258108"/>
                  <a:pt x="267011" y="297868"/>
                </a:cubicBezTo>
                <a:cubicBezTo>
                  <a:pt x="266208" y="298635"/>
                  <a:pt x="265648" y="299621"/>
                  <a:pt x="265398" y="300701"/>
                </a:cubicBezTo>
                <a:lnTo>
                  <a:pt x="253390" y="352645"/>
                </a:lnTo>
                <a:lnTo>
                  <a:pt x="182033" y="352645"/>
                </a:lnTo>
                <a:lnTo>
                  <a:pt x="182033" y="199084"/>
                </a:lnTo>
                <a:cubicBezTo>
                  <a:pt x="182033" y="189659"/>
                  <a:pt x="174392" y="182018"/>
                  <a:pt x="164968" y="182018"/>
                </a:cubicBezTo>
                <a:cubicBezTo>
                  <a:pt x="155543" y="182018"/>
                  <a:pt x="147902" y="189659"/>
                  <a:pt x="147902" y="199084"/>
                </a:cubicBezTo>
                <a:lnTo>
                  <a:pt x="147902" y="352645"/>
                </a:lnTo>
                <a:lnTo>
                  <a:pt x="76545" y="352645"/>
                </a:lnTo>
                <a:lnTo>
                  <a:pt x="64577" y="300706"/>
                </a:lnTo>
                <a:cubicBezTo>
                  <a:pt x="64326" y="299623"/>
                  <a:pt x="63765" y="298638"/>
                  <a:pt x="62961" y="297868"/>
                </a:cubicBezTo>
                <a:cubicBezTo>
                  <a:pt x="21302" y="258108"/>
                  <a:pt x="0" y="213582"/>
                  <a:pt x="0" y="164968"/>
                </a:cubicBezTo>
                <a:cubicBezTo>
                  <a:pt x="0" y="73858"/>
                  <a:pt x="73858" y="0"/>
                  <a:pt x="164968" y="0"/>
                </a:cubicBezTo>
                <a:close/>
                <a:moveTo>
                  <a:pt x="147902" y="108077"/>
                </a:moveTo>
                <a:lnTo>
                  <a:pt x="147902" y="142209"/>
                </a:lnTo>
                <a:cubicBezTo>
                  <a:pt x="147902" y="151634"/>
                  <a:pt x="155543" y="159274"/>
                  <a:pt x="164968" y="159274"/>
                </a:cubicBezTo>
                <a:cubicBezTo>
                  <a:pt x="174392" y="159274"/>
                  <a:pt x="182033" y="151634"/>
                  <a:pt x="182033" y="142209"/>
                </a:cubicBezTo>
                <a:lnTo>
                  <a:pt x="182033" y="108077"/>
                </a:lnTo>
                <a:cubicBezTo>
                  <a:pt x="182033" y="98652"/>
                  <a:pt x="174392" y="91011"/>
                  <a:pt x="164968" y="91011"/>
                </a:cubicBezTo>
                <a:cubicBezTo>
                  <a:pt x="155543" y="91011"/>
                  <a:pt x="147902" y="98652"/>
                  <a:pt x="147902" y="108077"/>
                </a:cubicBezTo>
                <a:close/>
                <a:moveTo>
                  <a:pt x="262362" y="141419"/>
                </a:moveTo>
                <a:cubicBezTo>
                  <a:pt x="255698" y="134755"/>
                  <a:pt x="244894" y="134755"/>
                  <a:pt x="238229" y="141419"/>
                </a:cubicBezTo>
                <a:lnTo>
                  <a:pt x="214094" y="165554"/>
                </a:lnTo>
                <a:cubicBezTo>
                  <a:pt x="207429" y="172219"/>
                  <a:pt x="207429" y="183024"/>
                  <a:pt x="214094" y="189688"/>
                </a:cubicBezTo>
                <a:cubicBezTo>
                  <a:pt x="220759" y="196353"/>
                  <a:pt x="231565" y="196353"/>
                  <a:pt x="238229" y="189688"/>
                </a:cubicBezTo>
                <a:lnTo>
                  <a:pt x="262362" y="165554"/>
                </a:lnTo>
                <a:cubicBezTo>
                  <a:pt x="269027" y="158889"/>
                  <a:pt x="269027" y="148084"/>
                  <a:pt x="262362" y="141419"/>
                </a:cubicBezTo>
                <a:close/>
                <a:moveTo>
                  <a:pt x="91707" y="141419"/>
                </a:moveTo>
                <a:cubicBezTo>
                  <a:pt x="85042" y="134755"/>
                  <a:pt x="74237" y="134755"/>
                  <a:pt x="67572" y="141419"/>
                </a:cubicBezTo>
                <a:cubicBezTo>
                  <a:pt x="60908" y="148084"/>
                  <a:pt x="60908" y="158889"/>
                  <a:pt x="67572" y="165554"/>
                </a:cubicBezTo>
                <a:lnTo>
                  <a:pt x="91707" y="189688"/>
                </a:lnTo>
                <a:cubicBezTo>
                  <a:pt x="98372" y="196353"/>
                  <a:pt x="109177" y="196353"/>
                  <a:pt x="115841" y="189688"/>
                </a:cubicBezTo>
                <a:cubicBezTo>
                  <a:pt x="122506" y="183024"/>
                  <a:pt x="122506" y="172219"/>
                  <a:pt x="115841" y="165554"/>
                </a:cubicBezTo>
                <a:lnTo>
                  <a:pt x="91707" y="141419"/>
                </a:lnTo>
                <a:close/>
              </a:path>
            </a:pathLst>
          </a:custGeom>
          <a:solidFill>
            <a:srgbClr val="111010"/>
          </a:solidFill>
          <a:ln w="11579" cap="flat">
            <a:noFill/>
            <a:prstDash val="solid"/>
            <a:miter/>
          </a:ln>
          <a:effectLst/>
        </p:spPr>
        <p:txBody>
          <a:bodyPr rot="0" spcFirstLastPara="0" vertOverflow="overflow" horzOverflow="overflow" vert="horz" wrap="square" lIns="130629" tIns="65314" rIns="130629" bIns="65314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defTabSz="1025435"/>
            <a:endParaRPr lang="en-US" sz="143" b="1">
              <a:solidFill>
                <a:srgbClr val="000000"/>
              </a:soli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88469003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4" dur="700" spd="-100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4" dur="700" spd="-10000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9" dur="700" spd="-1000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64" dur="700" spd="-100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69" dur="700" spd="-1000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74" dur="700" spd="-1000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79" dur="700" spd="-100000" fill="hold"/>
                                        <p:tgtEl>
                                          <p:spTgt spid="4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42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84" dur="700" spd="-100000" fill="hold"/>
                                        <p:tgtEl>
                                          <p:spTgt spid="4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89" dur="700" spd="-1000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0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3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4" dur="700" spd="-100000" fill="hold"/>
                                        <p:tgtEl>
                                          <p:spTgt spid="5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42" presetClass="path" presetSubtype="0" decel="100000" fill="hold" grpId="1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9" dur="700" spd="-100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42" presetClass="path" presetSubtype="0" decel="10000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04" dur="700" spd="-100000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5" presetID="10" presetClass="entr" presetSubtype="0" fill="hold" grpId="0" nodeType="withEffect">
                                  <p:stCondLst>
                                    <p:cond delay="15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7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42" presetClass="path" presetSubtype="0" decel="100000" fill="hold" grpId="1" nodeType="withEffect">
                                  <p:stCondLst>
                                    <p:cond delay="15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09" dur="700" spd="-100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" grpId="1"/>
      <p:bldP spid="28" grpId="0" animBg="1"/>
      <p:bldP spid="28" grpId="1" animBg="1"/>
      <p:bldP spid="29" grpId="0" animBg="1"/>
      <p:bldP spid="29" grpId="1" animBg="1"/>
      <p:bldP spid="30" grpId="0"/>
      <p:bldP spid="30" grpId="1"/>
      <p:bldP spid="31" grpId="0"/>
      <p:bldP spid="31" grpId="1"/>
      <p:bldP spid="32" grpId="0"/>
      <p:bldP spid="32" grpId="1"/>
      <p:bldP spid="33" grpId="0"/>
      <p:bldP spid="33" grpId="1"/>
      <p:bldP spid="39" grpId="0" animBg="1"/>
      <p:bldP spid="39" grpId="1" animBg="1"/>
      <p:bldP spid="40" grpId="0" animBg="1"/>
      <p:bldP spid="40" grpId="1" animBg="1"/>
      <p:bldP spid="41" grpId="0"/>
      <p:bldP spid="41" grpId="1"/>
      <p:bldP spid="42" grpId="0"/>
      <p:bldP spid="42" grpId="1"/>
      <p:bldP spid="43" grpId="0"/>
      <p:bldP spid="43" grpId="1"/>
      <p:bldP spid="44" grpId="0"/>
      <p:bldP spid="44" grpId="1"/>
      <p:bldP spid="46" grpId="0" animBg="1"/>
      <p:bldP spid="46" grpId="1" animBg="1"/>
      <p:bldP spid="48" grpId="0" animBg="1"/>
      <p:bldP spid="48" grpId="1" animBg="1"/>
      <p:bldP spid="50" grpId="0" animBg="1"/>
      <p:bldP spid="50" grpId="1" animBg="1"/>
      <p:bldP spid="52" grpId="0" animBg="1"/>
      <p:bldP spid="52" grpId="1" animBg="1"/>
      <p:bldP spid="60" grpId="0" animBg="1"/>
      <p:bldP spid="60" grpId="1" animBg="1"/>
      <p:bldP spid="57" grpId="0" animBg="1"/>
      <p:bldP spid="57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A08113-2A6B-98E7-1232-04CC19D16F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6">
            <a:extLst>
              <a:ext uri="{FF2B5EF4-FFF2-40B4-BE49-F238E27FC236}">
                <a16:creationId xmlns:a16="http://schemas.microsoft.com/office/drawing/2014/main" id="{7B155D7F-147F-F9D2-2491-673E7E60A8B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272337" y="-946404"/>
            <a:ext cx="11647326" cy="8750808"/>
          </a:xfrm>
          <a:prstGeom prst="ellipse">
            <a:avLst/>
          </a:prstGeom>
          <a:gradFill flip="none" rotWithShape="1">
            <a:gsLst>
              <a:gs pos="15000">
                <a:srgbClr val="E7F3EF"/>
              </a:gs>
              <a:gs pos="87000">
                <a:srgbClr val="E1F2FA"/>
              </a:gs>
            </a:gsLst>
            <a:lin ang="0" scaled="0"/>
            <a:tileRect/>
          </a:gradFill>
          <a:ln>
            <a:noFill/>
            <a:headEnd type="none" w="med" len="med"/>
            <a:tailEnd type="none" w="med" len="med"/>
          </a:ln>
          <a:effectLst>
            <a:softEdge rad="12700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4000" err="1">
              <a:solidFill>
                <a:srgbClr val="EE0000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E09077F1-7238-45B8-C0FE-D4ECA9657FA1}"/>
              </a:ext>
            </a:extLst>
          </p:cNvPr>
          <p:cNvSpPr txBox="1">
            <a:spLocks noGrp="1"/>
          </p:cNvSpPr>
          <p:nvPr>
            <p:ph type="title" idx="4294967295"/>
          </p:nvPr>
        </p:nvSpPr>
        <p:spPr>
          <a:xfrm>
            <a:off x="4573815" y="2478766"/>
            <a:ext cx="3044423" cy="36933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non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algn="ctr" defTabSz="914437">
              <a:spcBef>
                <a:spcPts val="600"/>
              </a:spcBef>
              <a:defRPr sz="1800" kern="0">
                <a:gradFill>
                  <a:gsLst>
                    <a:gs pos="32110">
                      <a:schemeClr val="tx1"/>
                    </a:gs>
                    <a:gs pos="72000">
                      <a:schemeClr val="tx1"/>
                    </a:gs>
                  </a:gsLst>
                  <a:lin ang="2700000" scaled="1"/>
                </a:gradFill>
                <a:latin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marL="0" marR="0" lvl="0" indent="0" algn="ctr" defTabSz="914437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>
                <a:ln>
                  <a:noFill/>
                </a:ln>
                <a:gradFill>
                  <a:gsLst>
                    <a:gs pos="32110">
                      <a:schemeClr val="tx1"/>
                    </a:gs>
                    <a:gs pos="72000">
                      <a:schemeClr val="tx1"/>
                    </a:gs>
                  </a:gsLst>
                  <a:lin ang="2700000" scaled="1"/>
                </a:gra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THE WORKSHOP SCENARIO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B2DD7CB-DCC7-A008-A977-03455600304A}"/>
              </a:ext>
            </a:extLst>
          </p:cNvPr>
          <p:cNvSpPr txBox="1"/>
          <p:nvPr/>
        </p:nvSpPr>
        <p:spPr>
          <a:xfrm>
            <a:off x="381001" y="2966655"/>
            <a:ext cx="11429998" cy="1477328"/>
          </a:xfrm>
          <a:prstGeom prst="rect">
            <a:avLst/>
          </a:prstGeom>
        </p:spPr>
        <p:txBody>
          <a:bodyPr vert="horz" wrap="square" lIns="0" tIns="0" rIns="0" bIns="0" rtlCol="0" anchor="ctr">
            <a:spAutoFit/>
          </a:bodyPr>
          <a:lstStyle>
            <a:defPPr>
              <a:defRPr lang="en-US"/>
            </a:defPPr>
            <a:lvl1pPr algn="ctr" defTabSz="932742">
              <a:lnSpc>
                <a:spcPct val="100000"/>
              </a:lnSpc>
              <a:spcBef>
                <a:spcPct val="0"/>
              </a:spcBef>
              <a:buNone/>
              <a:tabLst>
                <a:tab pos="7480300" algn="l"/>
              </a:tabLst>
              <a:defRPr sz="4800" b="1" cap="none" spc="-50" baseline="0">
                <a:ln w="3175">
                  <a:noFill/>
                </a:ln>
                <a:gradFill flip="none" rotWithShape="1">
                  <a:gsLst>
                    <a:gs pos="0">
                      <a:srgbClr val="175B9C"/>
                    </a:gs>
                    <a:gs pos="46000">
                      <a:srgbClr val="87ADA2"/>
                    </a:gs>
                    <a:gs pos="25000">
                      <a:srgbClr val="0078D4"/>
                    </a:gs>
                  </a:gsLst>
                  <a:path path="circle">
                    <a:fillToRect t="100000" r="100000"/>
                  </a:path>
                  <a:tileRect l="-100000" b="-100000"/>
                </a:gradFill>
                <a:effectLst/>
                <a:latin typeface="Segoe UI Semibold" panose="020B0502040204020203" pitchFamily="34" charset="0"/>
                <a:cs typeface="Segoe UI" pitchFamily="34" charset="0"/>
              </a:defRPr>
            </a:lvl1pPr>
          </a:lstStyle>
          <a:p>
            <a:r>
              <a:rPr lang="en-US" err="1">
                <a:solidFill>
                  <a:srgbClr val="0078D4"/>
                </a:solidFill>
              </a:rPr>
              <a:t>Caldova</a:t>
            </a:r>
            <a:r>
              <a:rPr lang="en-US">
                <a:solidFill>
                  <a:srgbClr val="0078D4"/>
                </a:solidFill>
              </a:rPr>
              <a:t> Careers</a:t>
            </a:r>
            <a:br>
              <a:rPr lang="en-US">
                <a:solidFill>
                  <a:schemeClr val="tx1"/>
                </a:solidFill>
              </a:rPr>
            </a:br>
            <a:r>
              <a:rPr lang="en-US">
                <a:solidFill>
                  <a:schemeClr val="tx1"/>
                </a:solidFill>
              </a:rPr>
              <a:t>needs some TLC</a:t>
            </a:r>
          </a:p>
        </p:txBody>
      </p:sp>
    </p:spTree>
    <p:extLst>
      <p:ext uri="{BB962C8B-B14F-4D97-AF65-F5344CB8AC3E}">
        <p14:creationId xmlns:p14="http://schemas.microsoft.com/office/powerpoint/2010/main" val="96720350"/>
      </p:ext>
    </p:extLst>
  </p:cSld>
  <p:clrMapOvr>
    <a:masterClrMapping/>
  </p:clrMapOvr>
  <p:transition spd="med"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8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3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8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7" grpId="0"/>
      <p:bldP spid="7" grpId="1"/>
      <p:bldP spid="6" grpId="0"/>
      <p:bldP spid="6" grpId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0B7E42-6841-EDAC-CE80-8AFF498B7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Left Bracket 5">
            <a:extLst>
              <a:ext uri="{FF2B5EF4-FFF2-40B4-BE49-F238E27FC236}">
                <a16:creationId xmlns:a16="http://schemas.microsoft.com/office/drawing/2014/main" id="{C57044F3-0405-BE0E-6784-8251D74EBE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 flipH="1">
            <a:off x="11379201" y="1930399"/>
            <a:ext cx="355600" cy="2456239"/>
          </a:xfrm>
          <a:prstGeom prst="leftBracket">
            <a:avLst>
              <a:gd name="adj" fmla="val 115476"/>
            </a:avLst>
          </a:prstGeom>
          <a:ln w="19050" cap="rnd">
            <a:solidFill>
              <a:schemeClr val="bg1">
                <a:lumMod val="75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CA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9EA1B9D-1E17-E4FF-B68D-EC5D9FA14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  <a:stCxn id="6" idx="0"/>
          </p:cNvCxnSpPr>
          <p:nvPr/>
        </p:nvCxnSpPr>
        <p:spPr>
          <a:xfrm flipH="1">
            <a:off x="0" y="1930399"/>
            <a:ext cx="11379201" cy="1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2A02D61-EA49-3F33-3A79-30441BE2E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2324100" y="4386640"/>
            <a:ext cx="9055101" cy="0"/>
          </a:xfrm>
          <a:prstGeom prst="line">
            <a:avLst/>
          </a:prstGeom>
          <a:ln w="19050" cap="rnd">
            <a:solidFill>
              <a:schemeClr val="bg1">
                <a:lumMod val="75000"/>
              </a:schemeClr>
            </a:solidFill>
            <a:headEnd type="none" w="lg" len="sm"/>
            <a:tailEnd type="none" w="lg" len="sm"/>
          </a:ln>
          <a:effectLst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696883C8-943A-ECC9-1D6C-C1825B3FF3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r>
              <a:rPr lang="en-US"/>
              <a:t>The flow</a:t>
            </a:r>
          </a:p>
        </p:txBody>
      </p:sp>
      <p:sp>
        <p:nvSpPr>
          <p:cNvPr id="20" name="Shape">
            <a:extLst>
              <a:ext uri="{FF2B5EF4-FFF2-40B4-BE49-F238E27FC236}">
                <a16:creationId xmlns:a16="http://schemas.microsoft.com/office/drawing/2014/main" id="{E1E36307-38C2-568A-2BC2-CD9AA6926E88}"/>
              </a:ext>
            </a:extLst>
          </p:cNvPr>
          <p:cNvSpPr/>
          <p:nvPr/>
        </p:nvSpPr>
        <p:spPr>
          <a:xfrm>
            <a:off x="1532434" y="1689331"/>
            <a:ext cx="482138" cy="482138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01</a:t>
            </a:r>
          </a:p>
        </p:txBody>
      </p:sp>
      <p:sp>
        <p:nvSpPr>
          <p:cNvPr id="12" name="Text Placeholder 2, chunk 1">
            <a:extLst>
              <a:ext uri="{FF2B5EF4-FFF2-40B4-BE49-F238E27FC236}">
                <a16:creationId xmlns:a16="http://schemas.microsoft.com/office/drawing/2014/main" id="{42B5D306-3E97-0090-A20D-A3CAFCA08F33}"/>
              </a:ext>
            </a:extLst>
          </p:cNvPr>
          <p:cNvSpPr txBox="1"/>
          <p:nvPr/>
        </p:nvSpPr>
        <p:spPr>
          <a:xfrm>
            <a:off x="588963" y="1493632"/>
            <a:ext cx="2369079" cy="1804749"/>
          </a:xfrm>
          <a:prstGeom prst="roundRect">
            <a:avLst/>
          </a:prstGeom>
          <a:solidFill>
            <a:schemeClr val="tx1">
              <a:alpha val="5000"/>
            </a:schemeClr>
          </a:solidFill>
        </p:spPr>
        <p:txBody>
          <a:bodyPr vert="horz" wrap="square" lIns="91440" tIns="731520" rIns="91440" bIns="274320" numCol="1" rtlCol="0" anchor="ctr">
            <a:spAutoFit/>
          </a:bodyPr>
          <a:lstStyle>
            <a:lvl1pPr marL="2286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cs typeface="Segoe UI" panose="020B05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Setup your environment</a:t>
            </a:r>
          </a:p>
        </p:txBody>
      </p:sp>
      <p:sp>
        <p:nvSpPr>
          <p:cNvPr id="21" name="Shape">
            <a:extLst>
              <a:ext uri="{FF2B5EF4-FFF2-40B4-BE49-F238E27FC236}">
                <a16:creationId xmlns:a16="http://schemas.microsoft.com/office/drawing/2014/main" id="{440C340E-B04A-363F-E7E2-28E6D04C22E1}"/>
              </a:ext>
            </a:extLst>
          </p:cNvPr>
          <p:cNvSpPr/>
          <p:nvPr/>
        </p:nvSpPr>
        <p:spPr>
          <a:xfrm>
            <a:off x="4092859" y="1689331"/>
            <a:ext cx="482138" cy="482138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02</a:t>
            </a:r>
          </a:p>
        </p:txBody>
      </p:sp>
      <p:sp>
        <p:nvSpPr>
          <p:cNvPr id="13" name="Text Placeholder 2, chunk 2">
            <a:extLst>
              <a:ext uri="{FF2B5EF4-FFF2-40B4-BE49-F238E27FC236}">
                <a16:creationId xmlns:a16="http://schemas.microsoft.com/office/drawing/2014/main" id="{F000E405-8971-DDE1-1ABB-03541C3C8EBB}"/>
              </a:ext>
            </a:extLst>
          </p:cNvPr>
          <p:cNvSpPr txBox="1"/>
          <p:nvPr/>
        </p:nvSpPr>
        <p:spPr>
          <a:xfrm>
            <a:off x="3149388" y="1493632"/>
            <a:ext cx="2369079" cy="1804749"/>
          </a:xfrm>
          <a:prstGeom prst="roundRect">
            <a:avLst/>
          </a:prstGeom>
          <a:solidFill>
            <a:schemeClr val="tx1">
              <a:alpha val="5000"/>
            </a:schemeClr>
          </a:solidFill>
        </p:spPr>
        <p:txBody>
          <a:bodyPr vert="horz" wrap="square" lIns="91440" tIns="731520" rIns="91440" bIns="274320" numCol="1" rtlCol="0" anchor="ctr">
            <a:spAutoFit/>
          </a:bodyPr>
          <a:lstStyle>
            <a:lvl1pPr marL="2286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cs typeface="Segoe UI" panose="020B05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Configure custom instructions</a:t>
            </a:r>
          </a:p>
        </p:txBody>
      </p:sp>
      <p:sp>
        <p:nvSpPr>
          <p:cNvPr id="22" name="Shape">
            <a:extLst>
              <a:ext uri="{FF2B5EF4-FFF2-40B4-BE49-F238E27FC236}">
                <a16:creationId xmlns:a16="http://schemas.microsoft.com/office/drawing/2014/main" id="{3197BDFD-A8A9-F865-E9D5-24554595FE75}"/>
              </a:ext>
            </a:extLst>
          </p:cNvPr>
          <p:cNvSpPr/>
          <p:nvPr/>
        </p:nvSpPr>
        <p:spPr>
          <a:xfrm>
            <a:off x="6653285" y="1689331"/>
            <a:ext cx="482138" cy="482138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03</a:t>
            </a:r>
          </a:p>
        </p:txBody>
      </p:sp>
      <p:sp>
        <p:nvSpPr>
          <p:cNvPr id="14" name="Text Placeholder 2, chunk 3">
            <a:extLst>
              <a:ext uri="{FF2B5EF4-FFF2-40B4-BE49-F238E27FC236}">
                <a16:creationId xmlns:a16="http://schemas.microsoft.com/office/drawing/2014/main" id="{7834E43F-E593-6D38-5E96-9CECC2922DF6}"/>
              </a:ext>
            </a:extLst>
          </p:cNvPr>
          <p:cNvSpPr txBox="1"/>
          <p:nvPr/>
        </p:nvSpPr>
        <p:spPr>
          <a:xfrm>
            <a:off x="5709814" y="1493632"/>
            <a:ext cx="2369079" cy="1804749"/>
          </a:xfrm>
          <a:prstGeom prst="roundRect">
            <a:avLst/>
          </a:prstGeom>
          <a:solidFill>
            <a:schemeClr val="tx1">
              <a:alpha val="5000"/>
            </a:schemeClr>
          </a:solidFill>
        </p:spPr>
        <p:txBody>
          <a:bodyPr vert="horz" wrap="square" lIns="91440" tIns="731520" rIns="91440" bIns="274320" numCol="1" rtlCol="0" anchor="ctr">
            <a:spAutoFit/>
          </a:bodyPr>
          <a:lstStyle>
            <a:lvl1pPr marL="2286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cs typeface="Segoe UI" panose="020B05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Generate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a feature</a:t>
            </a:r>
          </a:p>
        </p:txBody>
      </p:sp>
      <p:sp>
        <p:nvSpPr>
          <p:cNvPr id="23" name="Shape">
            <a:extLst>
              <a:ext uri="{FF2B5EF4-FFF2-40B4-BE49-F238E27FC236}">
                <a16:creationId xmlns:a16="http://schemas.microsoft.com/office/drawing/2014/main" id="{6EC341B1-B789-20F4-1ED0-6362B4A5E99F}"/>
              </a:ext>
            </a:extLst>
          </p:cNvPr>
          <p:cNvSpPr/>
          <p:nvPr/>
        </p:nvSpPr>
        <p:spPr>
          <a:xfrm>
            <a:off x="9629372" y="1689331"/>
            <a:ext cx="482138" cy="482138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04</a:t>
            </a:r>
          </a:p>
        </p:txBody>
      </p:sp>
      <p:sp>
        <p:nvSpPr>
          <p:cNvPr id="15" name="Text Placeholder 2, chunk 4">
            <a:extLst>
              <a:ext uri="{FF2B5EF4-FFF2-40B4-BE49-F238E27FC236}">
                <a16:creationId xmlns:a16="http://schemas.microsoft.com/office/drawing/2014/main" id="{1B9D7787-DD33-0629-B555-D6A7FB4DAC42}"/>
              </a:ext>
            </a:extLst>
          </p:cNvPr>
          <p:cNvSpPr txBox="1"/>
          <p:nvPr/>
        </p:nvSpPr>
        <p:spPr>
          <a:xfrm>
            <a:off x="8270241" y="1493632"/>
            <a:ext cx="3200400" cy="1797939"/>
          </a:xfrm>
          <a:prstGeom prst="roundRect">
            <a:avLst/>
          </a:prstGeom>
          <a:solidFill>
            <a:schemeClr val="tx1">
              <a:alpha val="5000"/>
            </a:schemeClr>
          </a:solidFill>
        </p:spPr>
        <p:txBody>
          <a:bodyPr vert="horz" wrap="square" lIns="91440" tIns="731520" rIns="91440" bIns="274320" numCol="1" rtlCol="0" anchor="ctr">
            <a:spAutoFit/>
          </a:bodyPr>
          <a:lstStyle>
            <a:lvl1pPr marL="2286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800" spc="0" baseline="0">
                <a:cs typeface="Segoe UI" panose="020B05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marL="0" indent="0" algn="ctr">
              <a:buNone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Test that feature with</a:t>
            </a:r>
            <a:b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</a:b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ea typeface="+mn-ea"/>
                <a:cs typeface="Segoe UI" panose="020B0502040204020203" pitchFamily="34" charset="0"/>
              </a:rPr>
              <a:t>the Playwright MCP</a:t>
            </a:r>
          </a:p>
        </p:txBody>
      </p:sp>
      <p:sp>
        <p:nvSpPr>
          <p:cNvPr id="29" name="Shape">
            <a:extLst>
              <a:ext uri="{FF2B5EF4-FFF2-40B4-BE49-F238E27FC236}">
                <a16:creationId xmlns:a16="http://schemas.microsoft.com/office/drawing/2014/main" id="{922E96B2-EE1A-80FD-72DD-A2C8187DB29D}"/>
              </a:ext>
            </a:extLst>
          </p:cNvPr>
          <p:cNvSpPr/>
          <p:nvPr/>
        </p:nvSpPr>
        <p:spPr>
          <a:xfrm>
            <a:off x="9629372" y="4145571"/>
            <a:ext cx="482138" cy="482138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</a:t>
            </a:r>
            <a:r>
              <a:rPr lang="en-US" sz="1600">
                <a:solidFill>
                  <a:srgbClr val="000000"/>
                </a:solidFill>
                <a:latin typeface="Segoe UI Semibold"/>
              </a:rPr>
              <a:t>5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8" name="Text Placeholder 2, chunk 7">
            <a:extLst>
              <a:ext uri="{FF2B5EF4-FFF2-40B4-BE49-F238E27FC236}">
                <a16:creationId xmlns:a16="http://schemas.microsoft.com/office/drawing/2014/main" id="{030C245E-8C7C-E16B-FE78-F6551E43DC37}"/>
              </a:ext>
            </a:extLst>
          </p:cNvPr>
          <p:cNvSpPr txBox="1"/>
          <p:nvPr/>
        </p:nvSpPr>
        <p:spPr>
          <a:xfrm>
            <a:off x="8270241" y="3941187"/>
            <a:ext cx="3200400" cy="1804749"/>
          </a:xfrm>
          <a:prstGeom prst="roundRect">
            <a:avLst/>
          </a:prstGeom>
          <a:solidFill>
            <a:schemeClr val="tx1">
              <a:alpha val="5000"/>
            </a:schemeClr>
          </a:solidFill>
        </p:spPr>
        <p:txBody>
          <a:bodyPr vert="horz" wrap="square" lIns="91440" tIns="731520" rIns="91440" bIns="274320" numCol="1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Segoe UI" panose="020B05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/>
              <a:t>Dig deeper into</a:t>
            </a:r>
            <a:br>
              <a:rPr lang="en-US"/>
            </a:br>
            <a:r>
              <a:rPr lang="en-US"/>
              <a:t>GitHub Copilot CLI</a:t>
            </a:r>
            <a:endParaRPr lang="en-CA" err="1"/>
          </a:p>
        </p:txBody>
      </p:sp>
      <p:sp>
        <p:nvSpPr>
          <p:cNvPr id="28" name="Shape">
            <a:extLst>
              <a:ext uri="{FF2B5EF4-FFF2-40B4-BE49-F238E27FC236}">
                <a16:creationId xmlns:a16="http://schemas.microsoft.com/office/drawing/2014/main" id="{7B191281-6F9F-7B29-2459-5FE0F4CE6CAD}"/>
              </a:ext>
            </a:extLst>
          </p:cNvPr>
          <p:cNvSpPr/>
          <p:nvPr/>
        </p:nvSpPr>
        <p:spPr>
          <a:xfrm>
            <a:off x="5786351" y="4145571"/>
            <a:ext cx="482138" cy="482138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</a:t>
            </a:r>
            <a:r>
              <a:rPr lang="en-US" sz="1600">
                <a:solidFill>
                  <a:srgbClr val="000000"/>
                </a:solidFill>
                <a:latin typeface="Segoe UI Semibold"/>
              </a:rPr>
              <a:t>6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 Semibold"/>
              <a:ea typeface="+mn-ea"/>
              <a:cs typeface="+mn-cs"/>
            </a:endParaRPr>
          </a:p>
        </p:txBody>
      </p:sp>
      <p:sp>
        <p:nvSpPr>
          <p:cNvPr id="17" name="Text Placeholder 2, chunk 6">
            <a:extLst>
              <a:ext uri="{FF2B5EF4-FFF2-40B4-BE49-F238E27FC236}">
                <a16:creationId xmlns:a16="http://schemas.microsoft.com/office/drawing/2014/main" id="{0C1E38B1-F595-05E0-F56E-AA4597E75072}"/>
              </a:ext>
            </a:extLst>
          </p:cNvPr>
          <p:cNvSpPr txBox="1"/>
          <p:nvPr/>
        </p:nvSpPr>
        <p:spPr>
          <a:xfrm>
            <a:off x="3997351" y="3941187"/>
            <a:ext cx="4060139" cy="1804749"/>
          </a:xfrm>
          <a:prstGeom prst="roundRect">
            <a:avLst/>
          </a:prstGeom>
          <a:solidFill>
            <a:schemeClr val="tx1">
              <a:alpha val="5000"/>
            </a:schemeClr>
          </a:solidFill>
        </p:spPr>
        <p:txBody>
          <a:bodyPr vert="horz" wrap="square" lIns="91440" tIns="731520" rIns="91440" bIns="274320" numCol="1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Segoe UI" panose="020B05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/>
              <a:t>Use a custom agent to</a:t>
            </a:r>
            <a:br>
              <a:rPr lang="en-US"/>
            </a:br>
            <a:r>
              <a:rPr lang="en-US"/>
              <a:t>perform an accessibility review</a:t>
            </a:r>
          </a:p>
        </p:txBody>
      </p:sp>
      <p:sp>
        <p:nvSpPr>
          <p:cNvPr id="27" name="Shape">
            <a:extLst>
              <a:ext uri="{FF2B5EF4-FFF2-40B4-BE49-F238E27FC236}">
                <a16:creationId xmlns:a16="http://schemas.microsoft.com/office/drawing/2014/main" id="{5EBBA07D-A045-EA98-6F3C-94BDB6646BD9}"/>
              </a:ext>
            </a:extLst>
          </p:cNvPr>
          <p:cNvSpPr/>
          <p:nvPr/>
        </p:nvSpPr>
        <p:spPr>
          <a:xfrm>
            <a:off x="1945712" y="4145571"/>
            <a:ext cx="482138" cy="482138"/>
          </a:xfrm>
          <a:prstGeom prst="ellipse">
            <a:avLst/>
          </a:prstGeom>
          <a:gradFill>
            <a:gsLst>
              <a:gs pos="0">
                <a:srgbClr val="7FC0E6">
                  <a:lumMod val="98000"/>
                </a:srgbClr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</a:grad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0" tIns="0" rIns="0" bIns="36000" anchor="ctr" anchorCtr="1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Segoe UI Semibold"/>
                <a:ea typeface="+mn-ea"/>
                <a:cs typeface="+mn-cs"/>
              </a:rPr>
              <a:t>07</a:t>
            </a:r>
          </a:p>
        </p:txBody>
      </p:sp>
      <p:sp>
        <p:nvSpPr>
          <p:cNvPr id="16" name="Text Placeholder 2, chunk 5">
            <a:extLst>
              <a:ext uri="{FF2B5EF4-FFF2-40B4-BE49-F238E27FC236}">
                <a16:creationId xmlns:a16="http://schemas.microsoft.com/office/drawing/2014/main" id="{42F255F6-4877-5126-E383-B603FF6E0306}"/>
              </a:ext>
            </a:extLst>
          </p:cNvPr>
          <p:cNvSpPr txBox="1"/>
          <p:nvPr/>
        </p:nvSpPr>
        <p:spPr>
          <a:xfrm>
            <a:off x="588963" y="3941187"/>
            <a:ext cx="3195637" cy="1804749"/>
          </a:xfrm>
          <a:prstGeom prst="roundRect">
            <a:avLst/>
          </a:prstGeom>
          <a:solidFill>
            <a:schemeClr val="tx1">
              <a:alpha val="5000"/>
            </a:schemeClr>
          </a:solidFill>
        </p:spPr>
        <p:txBody>
          <a:bodyPr vert="horz" wrap="square" lIns="91440" tIns="731520" rIns="91440" bIns="274320" numCol="1" rtlCol="0" anchor="ctr">
            <a:spAutoFit/>
          </a:bodyPr>
          <a:lstStyle>
            <a:defPPr>
              <a:defRPr lang="en-US"/>
            </a:defPPr>
            <a:lvl1pPr marR="0" indent="0" algn="ctr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None/>
              <a:tabLst/>
              <a:defRPr kumimoji="0" sz="2000" b="0" i="0" u="none" strike="noStrike" cap="none" spc="0" normalizeH="0" baseline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j-lt"/>
                <a:cs typeface="Segoe UI" panose="020B0502040204020203" pitchFamily="34" charset="0"/>
              </a:defRPr>
            </a:lvl1pPr>
            <a:lvl2pPr marL="457200" marR="0" indent="-228600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2000" spc="0" baseline="0"/>
            </a:lvl2pPr>
            <a:lvl3pPr marL="657225" marR="0" indent="-20002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600" spc="0" baseline="0"/>
            </a:lvl3pPr>
            <a:lvl4pPr marL="842963" marR="0" indent="-1809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4pPr>
            <a:lvl5pPr marL="1023938" marR="0" indent="-168275" defTabSz="932742" fontAlgn="auto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Pct val="90000"/>
              <a:buFont typeface="Wingdings" panose="05000000000000000000" pitchFamily="2" charset="2"/>
              <a:buChar char=""/>
              <a:tabLst/>
              <a:defRPr sz="1400" spc="0" baseline="0"/>
            </a:lvl5pPr>
            <a:lvl6pPr marL="2565040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3031412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97783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964155" indent="-233186" defTabSz="932742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r>
              <a:rPr lang="en-US"/>
              <a:t>Use an agent skill</a:t>
            </a:r>
            <a:br>
              <a:rPr lang="en-US"/>
            </a:br>
            <a:r>
              <a:rPr lang="en-US"/>
              <a:t>to build a PR</a:t>
            </a:r>
          </a:p>
        </p:txBody>
      </p:sp>
    </p:spTree>
    <p:extLst>
      <p:ext uri="{BB962C8B-B14F-4D97-AF65-F5344CB8AC3E}">
        <p14:creationId xmlns:p14="http://schemas.microsoft.com/office/powerpoint/2010/main" val="170540637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4" dur="700" spd="-100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4" dur="700" spd="-100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42" presetClass="path" presetSubtype="0" decel="100000" fill="hold" grpId="1" nodeType="withEffect">
                                  <p:stCondLst>
                                    <p:cond delay="4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59" dur="700" spd="-100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42" presetClass="path" presetSubtype="0" decel="100000" fill="hold" grpId="1" nodeType="withEffect">
                                  <p:stCondLst>
                                    <p:cond delay="14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64" dur="700" spd="-1000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grpId="0" nodeType="withEffect">
                                  <p:stCondLst>
                                    <p:cond delay="13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42" presetClass="path" presetSubtype="0" decel="100000" fill="hold" grpId="1" nodeType="withEffect">
                                  <p:stCondLst>
                                    <p:cond delay="13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69" dur="700" spd="-100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42" presetClass="path" presetSubtype="0" decel="100000" fill="hold" grpId="1" nodeType="withEffect">
                                  <p:stCondLst>
                                    <p:cond delay="10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74" dur="700" spd="-100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79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22" presetClass="entr" presetSubtype="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22" presetClass="entr" presetSubtype="2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8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2" grpId="0"/>
      <p:bldP spid="2" grpId="1"/>
      <p:bldP spid="20" grpId="0" animBg="1"/>
      <p:bldP spid="20" grpId="1" animBg="1"/>
      <p:bldP spid="12" grpId="0" animBg="1"/>
      <p:bldP spid="12" grpId="1" animBg="1"/>
      <p:bldP spid="21" grpId="0" animBg="1"/>
      <p:bldP spid="21" grpId="1" animBg="1"/>
      <p:bldP spid="13" grpId="0" animBg="1"/>
      <p:bldP spid="13" grpId="1" animBg="1"/>
      <p:bldP spid="22" grpId="0" animBg="1"/>
      <p:bldP spid="22" grpId="1" animBg="1"/>
      <p:bldP spid="14" grpId="0" animBg="1"/>
      <p:bldP spid="14" grpId="1" animBg="1"/>
      <p:bldP spid="23" grpId="0" animBg="1"/>
      <p:bldP spid="23" grpId="1" animBg="1"/>
      <p:bldP spid="15" grpId="0" animBg="1"/>
      <p:bldP spid="15" grpId="1" animBg="1"/>
      <p:bldP spid="29" grpId="0" animBg="1"/>
      <p:bldP spid="29" grpId="1" animBg="1"/>
      <p:bldP spid="18" grpId="0" animBg="1"/>
      <p:bldP spid="18" grpId="1" animBg="1"/>
      <p:bldP spid="28" grpId="0" animBg="1"/>
      <p:bldP spid="28" grpId="1" animBg="1"/>
      <p:bldP spid="17" grpId="0" animBg="1"/>
      <p:bldP spid="17" grpId="1" animBg="1"/>
      <p:bldP spid="27" grpId="0" animBg="1"/>
      <p:bldP spid="27" grpId="1" animBg="1"/>
      <p:bldP spid="16" grpId="0" animBg="1"/>
      <p:bldP spid="16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CF4ACB-52E1-1D78-473C-7E63C0D584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val 6">
            <a:extLst>
              <a:ext uri="{FF2B5EF4-FFF2-40B4-BE49-F238E27FC236}">
                <a16:creationId xmlns:a16="http://schemas.microsoft.com/office/drawing/2014/main" id="{C0F85490-D69D-1528-90E8-BB5C94D522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-7442321" y="-2432117"/>
            <a:ext cx="12894459" cy="11722235"/>
          </a:xfrm>
          <a:prstGeom prst="ellipse">
            <a:avLst/>
          </a:prstGeom>
          <a:gradFill flip="none" rotWithShape="1">
            <a:gsLst>
              <a:gs pos="15000">
                <a:srgbClr val="E7F3EF"/>
              </a:gs>
              <a:gs pos="87000">
                <a:srgbClr val="E1F2FA"/>
              </a:gs>
            </a:gsLst>
            <a:lin ang="0" scaled="0"/>
            <a:tileRect/>
          </a:gradFill>
          <a:ln>
            <a:noFill/>
            <a:headEnd type="none" w="med" len="med"/>
            <a:tailEnd type="none" w="med" len="med"/>
          </a:ln>
          <a:effectLst>
            <a:softEdge rad="1270000"/>
          </a:effectLst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defTabSz="932472" fontAlgn="base">
              <a:spcBef>
                <a:spcPct val="0"/>
              </a:spcBef>
              <a:spcAft>
                <a:spcPct val="0"/>
              </a:spcAft>
            </a:pPr>
            <a:endParaRPr lang="en-US" sz="4000">
              <a:solidFill>
                <a:srgbClr val="EE0000"/>
              </a:solidFill>
              <a:latin typeface="Segoe UI"/>
              <a:cs typeface="Segoe UI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6315A92-B61B-FF45-7846-A30A3C81CC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963" y="2875002"/>
            <a:ext cx="2484437" cy="1107996"/>
          </a:xfrm>
        </p:spPr>
        <p:txBody>
          <a:bodyPr/>
          <a:lstStyle/>
          <a:p>
            <a:r>
              <a:rPr lang="en-US"/>
              <a:t>Some tips for success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50ADBB3-6DDB-3958-2A64-8B01170BE5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596127" y="1873085"/>
            <a:ext cx="741520" cy="741520"/>
          </a:xfrm>
          <a:prstGeom prst="ellipse">
            <a:avLst/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914400" tIns="261257" rIns="914400" bIns="3918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8206">
              <a:spcBef>
                <a:spcPts val="1206"/>
              </a:spcBef>
              <a:tabLst>
                <a:tab pos="5666852" algn="l"/>
              </a:tabLst>
            </a:pPr>
            <a:endParaRPr lang="en-US" sz="5143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  <p:sp>
        <p:nvSpPr>
          <p:cNvPr id="7" name="Graphic 19">
            <a:extLst>
              <a:ext uri="{FF2B5EF4-FFF2-40B4-BE49-F238E27FC236}">
                <a16:creationId xmlns:a16="http://schemas.microsoft.com/office/drawing/2014/main" id="{3FEDCB39-8F08-5758-FB2B-0BBD931002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45622" y="2076592"/>
            <a:ext cx="242530" cy="334506"/>
          </a:xfrm>
          <a:custGeom>
            <a:avLst/>
            <a:gdLst>
              <a:gd name="connsiteX0" fmla="*/ 102756 w 138112"/>
              <a:gd name="connsiteY0" fmla="*/ 161906 h 190490"/>
              <a:gd name="connsiteX1" fmla="*/ 99993 w 138112"/>
              <a:gd name="connsiteY1" fmla="*/ 173898 h 190490"/>
              <a:gd name="connsiteX2" fmla="*/ 80753 w 138112"/>
              <a:gd name="connsiteY2" fmla="*/ 190424 h 190490"/>
              <a:gd name="connsiteX3" fmla="*/ 79105 w 138112"/>
              <a:gd name="connsiteY3" fmla="*/ 190490 h 190490"/>
              <a:gd name="connsiteX4" fmla="*/ 58998 w 138112"/>
              <a:gd name="connsiteY4" fmla="*/ 190490 h 190490"/>
              <a:gd name="connsiteX5" fmla="*/ 38548 w 138112"/>
              <a:gd name="connsiteY5" fmla="*/ 175470 h 190490"/>
              <a:gd name="connsiteX6" fmla="*/ 38110 w 138112"/>
              <a:gd name="connsiteY6" fmla="*/ 173879 h 190490"/>
              <a:gd name="connsiteX7" fmla="*/ 35347 w 138112"/>
              <a:gd name="connsiteY7" fmla="*/ 161906 h 190490"/>
              <a:gd name="connsiteX8" fmla="*/ 102756 w 138112"/>
              <a:gd name="connsiteY8" fmla="*/ 161906 h 190490"/>
              <a:gd name="connsiteX9" fmla="*/ 69056 w 138112"/>
              <a:gd name="connsiteY9" fmla="*/ 0 h 190490"/>
              <a:gd name="connsiteX10" fmla="*/ 138113 w 138112"/>
              <a:gd name="connsiteY10" fmla="*/ 69056 h 190490"/>
              <a:gd name="connsiteX11" fmla="*/ 111776 w 138112"/>
              <a:gd name="connsiteY11" fmla="*/ 124682 h 190490"/>
              <a:gd name="connsiteX12" fmla="*/ 111100 w 138112"/>
              <a:gd name="connsiteY12" fmla="*/ 125873 h 190490"/>
              <a:gd name="connsiteX13" fmla="*/ 106070 w 138112"/>
              <a:gd name="connsiteY13" fmla="*/ 147618 h 190490"/>
              <a:gd name="connsiteX14" fmla="*/ 32042 w 138112"/>
              <a:gd name="connsiteY14" fmla="*/ 147618 h 190490"/>
              <a:gd name="connsiteX15" fmla="*/ 27032 w 138112"/>
              <a:gd name="connsiteY15" fmla="*/ 125873 h 190490"/>
              <a:gd name="connsiteX16" fmla="*/ 26356 w 138112"/>
              <a:gd name="connsiteY16" fmla="*/ 124692 h 190490"/>
              <a:gd name="connsiteX17" fmla="*/ 0 w 138112"/>
              <a:gd name="connsiteY17" fmla="*/ 69047 h 190490"/>
              <a:gd name="connsiteX18" fmla="*/ 69056 w 138112"/>
              <a:gd name="connsiteY18" fmla="*/ 0 h 19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112" h="190490">
                <a:moveTo>
                  <a:pt x="102756" y="161906"/>
                </a:moveTo>
                <a:lnTo>
                  <a:pt x="99993" y="173898"/>
                </a:lnTo>
                <a:cubicBezTo>
                  <a:pt x="97878" y="183018"/>
                  <a:pt x="90087" y="189708"/>
                  <a:pt x="80753" y="190424"/>
                </a:cubicBezTo>
                <a:lnTo>
                  <a:pt x="79105" y="190490"/>
                </a:lnTo>
                <a:lnTo>
                  <a:pt x="58998" y="190490"/>
                </a:lnTo>
                <a:cubicBezTo>
                  <a:pt x="49631" y="190490"/>
                  <a:pt x="41349" y="184408"/>
                  <a:pt x="38548" y="175470"/>
                </a:cubicBezTo>
                <a:lnTo>
                  <a:pt x="38110" y="173879"/>
                </a:lnTo>
                <a:lnTo>
                  <a:pt x="35347" y="161906"/>
                </a:lnTo>
                <a:lnTo>
                  <a:pt x="102756" y="161906"/>
                </a:lnTo>
                <a:close/>
                <a:moveTo>
                  <a:pt x="69056" y="0"/>
                </a:moveTo>
                <a:cubicBezTo>
                  <a:pt x="107195" y="0"/>
                  <a:pt x="138113" y="30918"/>
                  <a:pt x="138113" y="69056"/>
                </a:cubicBezTo>
                <a:cubicBezTo>
                  <a:pt x="138113" y="89402"/>
                  <a:pt x="129197" y="108042"/>
                  <a:pt x="111776" y="124682"/>
                </a:cubicBezTo>
                <a:cubicBezTo>
                  <a:pt x="111439" y="125004"/>
                  <a:pt x="111203" y="125419"/>
                  <a:pt x="111100" y="125873"/>
                </a:cubicBezTo>
                <a:lnTo>
                  <a:pt x="106070" y="147618"/>
                </a:lnTo>
                <a:lnTo>
                  <a:pt x="32042" y="147618"/>
                </a:lnTo>
                <a:lnTo>
                  <a:pt x="27032" y="125873"/>
                </a:lnTo>
                <a:cubicBezTo>
                  <a:pt x="26926" y="125421"/>
                  <a:pt x="26691" y="125011"/>
                  <a:pt x="26356" y="124692"/>
                </a:cubicBezTo>
                <a:cubicBezTo>
                  <a:pt x="8925" y="108042"/>
                  <a:pt x="0" y="89402"/>
                  <a:pt x="0" y="69047"/>
                </a:cubicBezTo>
                <a:cubicBezTo>
                  <a:pt x="5" y="30912"/>
                  <a:pt x="30921" y="0"/>
                  <a:pt x="69056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  <a:headEnd type="none" w="med" len="med"/>
            <a:tailEnd type="none" w="med" len="med"/>
          </a:ln>
          <a:effectLst/>
          <a:scene3d>
            <a:camera prst="perspectiveRight" fov="2700000">
              <a:rot lat="0" lon="21594000" rev="0"/>
            </a:camera>
            <a:lightRig rig="flat" dir="t"/>
          </a:scene3d>
          <a:sp3d>
            <a:bevelT w="0" h="38100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2DCE5F1-E174-69CB-CB0B-F323B8EFAD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08827" y="3155531"/>
            <a:ext cx="741520" cy="741520"/>
          </a:xfrm>
          <a:prstGeom prst="ellipse">
            <a:avLst/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914400" tIns="261257" rIns="914400" bIns="3918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8206">
              <a:spcBef>
                <a:spcPts val="1206"/>
              </a:spcBef>
              <a:tabLst>
                <a:tab pos="5666852" algn="l"/>
              </a:tabLst>
            </a:pPr>
            <a:endParaRPr lang="en-US" sz="5143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  <p:sp>
        <p:nvSpPr>
          <p:cNvPr id="9" name="Graphic 19">
            <a:extLst>
              <a:ext uri="{FF2B5EF4-FFF2-40B4-BE49-F238E27FC236}">
                <a16:creationId xmlns:a16="http://schemas.microsoft.com/office/drawing/2014/main" id="{2D68B599-60F1-622E-9F39-234CAD799B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8322" y="3359038"/>
            <a:ext cx="242530" cy="334506"/>
          </a:xfrm>
          <a:custGeom>
            <a:avLst/>
            <a:gdLst>
              <a:gd name="connsiteX0" fmla="*/ 102756 w 138112"/>
              <a:gd name="connsiteY0" fmla="*/ 161906 h 190490"/>
              <a:gd name="connsiteX1" fmla="*/ 99993 w 138112"/>
              <a:gd name="connsiteY1" fmla="*/ 173898 h 190490"/>
              <a:gd name="connsiteX2" fmla="*/ 80753 w 138112"/>
              <a:gd name="connsiteY2" fmla="*/ 190424 h 190490"/>
              <a:gd name="connsiteX3" fmla="*/ 79105 w 138112"/>
              <a:gd name="connsiteY3" fmla="*/ 190490 h 190490"/>
              <a:gd name="connsiteX4" fmla="*/ 58998 w 138112"/>
              <a:gd name="connsiteY4" fmla="*/ 190490 h 190490"/>
              <a:gd name="connsiteX5" fmla="*/ 38548 w 138112"/>
              <a:gd name="connsiteY5" fmla="*/ 175470 h 190490"/>
              <a:gd name="connsiteX6" fmla="*/ 38110 w 138112"/>
              <a:gd name="connsiteY6" fmla="*/ 173879 h 190490"/>
              <a:gd name="connsiteX7" fmla="*/ 35347 w 138112"/>
              <a:gd name="connsiteY7" fmla="*/ 161906 h 190490"/>
              <a:gd name="connsiteX8" fmla="*/ 102756 w 138112"/>
              <a:gd name="connsiteY8" fmla="*/ 161906 h 190490"/>
              <a:gd name="connsiteX9" fmla="*/ 69056 w 138112"/>
              <a:gd name="connsiteY9" fmla="*/ 0 h 190490"/>
              <a:gd name="connsiteX10" fmla="*/ 138113 w 138112"/>
              <a:gd name="connsiteY10" fmla="*/ 69056 h 190490"/>
              <a:gd name="connsiteX11" fmla="*/ 111776 w 138112"/>
              <a:gd name="connsiteY11" fmla="*/ 124682 h 190490"/>
              <a:gd name="connsiteX12" fmla="*/ 111100 w 138112"/>
              <a:gd name="connsiteY12" fmla="*/ 125873 h 190490"/>
              <a:gd name="connsiteX13" fmla="*/ 106070 w 138112"/>
              <a:gd name="connsiteY13" fmla="*/ 147618 h 190490"/>
              <a:gd name="connsiteX14" fmla="*/ 32042 w 138112"/>
              <a:gd name="connsiteY14" fmla="*/ 147618 h 190490"/>
              <a:gd name="connsiteX15" fmla="*/ 27032 w 138112"/>
              <a:gd name="connsiteY15" fmla="*/ 125873 h 190490"/>
              <a:gd name="connsiteX16" fmla="*/ 26356 w 138112"/>
              <a:gd name="connsiteY16" fmla="*/ 124692 h 190490"/>
              <a:gd name="connsiteX17" fmla="*/ 0 w 138112"/>
              <a:gd name="connsiteY17" fmla="*/ 69047 h 190490"/>
              <a:gd name="connsiteX18" fmla="*/ 69056 w 138112"/>
              <a:gd name="connsiteY18" fmla="*/ 0 h 19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112" h="190490">
                <a:moveTo>
                  <a:pt x="102756" y="161906"/>
                </a:moveTo>
                <a:lnTo>
                  <a:pt x="99993" y="173898"/>
                </a:lnTo>
                <a:cubicBezTo>
                  <a:pt x="97878" y="183018"/>
                  <a:pt x="90087" y="189708"/>
                  <a:pt x="80753" y="190424"/>
                </a:cubicBezTo>
                <a:lnTo>
                  <a:pt x="79105" y="190490"/>
                </a:lnTo>
                <a:lnTo>
                  <a:pt x="58998" y="190490"/>
                </a:lnTo>
                <a:cubicBezTo>
                  <a:pt x="49631" y="190490"/>
                  <a:pt x="41349" y="184408"/>
                  <a:pt x="38548" y="175470"/>
                </a:cubicBezTo>
                <a:lnTo>
                  <a:pt x="38110" y="173879"/>
                </a:lnTo>
                <a:lnTo>
                  <a:pt x="35347" y="161906"/>
                </a:lnTo>
                <a:lnTo>
                  <a:pt x="102756" y="161906"/>
                </a:lnTo>
                <a:close/>
                <a:moveTo>
                  <a:pt x="69056" y="0"/>
                </a:moveTo>
                <a:cubicBezTo>
                  <a:pt x="107195" y="0"/>
                  <a:pt x="138113" y="30918"/>
                  <a:pt x="138113" y="69056"/>
                </a:cubicBezTo>
                <a:cubicBezTo>
                  <a:pt x="138113" y="89402"/>
                  <a:pt x="129197" y="108042"/>
                  <a:pt x="111776" y="124682"/>
                </a:cubicBezTo>
                <a:cubicBezTo>
                  <a:pt x="111439" y="125004"/>
                  <a:pt x="111203" y="125419"/>
                  <a:pt x="111100" y="125873"/>
                </a:cubicBezTo>
                <a:lnTo>
                  <a:pt x="106070" y="147618"/>
                </a:lnTo>
                <a:lnTo>
                  <a:pt x="32042" y="147618"/>
                </a:lnTo>
                <a:lnTo>
                  <a:pt x="27032" y="125873"/>
                </a:lnTo>
                <a:cubicBezTo>
                  <a:pt x="26926" y="125421"/>
                  <a:pt x="26691" y="125011"/>
                  <a:pt x="26356" y="124692"/>
                </a:cubicBezTo>
                <a:cubicBezTo>
                  <a:pt x="8925" y="108042"/>
                  <a:pt x="0" y="89402"/>
                  <a:pt x="0" y="69047"/>
                </a:cubicBezTo>
                <a:cubicBezTo>
                  <a:pt x="5" y="30912"/>
                  <a:pt x="30921" y="0"/>
                  <a:pt x="69056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  <a:headEnd type="none" w="med" len="med"/>
            <a:tailEnd type="none" w="med" len="med"/>
          </a:ln>
          <a:effectLst/>
          <a:scene3d>
            <a:camera prst="perspectiveRight" fov="2700000">
              <a:rot lat="0" lon="21594000" rev="0"/>
            </a:camera>
            <a:lightRig rig="flat" dir="t"/>
          </a:scene3d>
          <a:sp3d>
            <a:bevelT w="0" h="38100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D0AC2B-5A95-2865-024E-37CB553824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5608827" y="4377850"/>
            <a:ext cx="741520" cy="741520"/>
          </a:xfrm>
          <a:prstGeom prst="ellipse">
            <a:avLst/>
          </a:prstGeom>
          <a:gradFill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lin ang="3600000" scaled="0"/>
          </a:gradFill>
          <a:ln w="15875" cap="rnd">
            <a:noFill/>
            <a:prstDash val="solid"/>
            <a:round/>
          </a:ln>
          <a:effectLst/>
        </p:spPr>
        <p:txBody>
          <a:bodyPr rot="0" spcFirstLastPara="0" vertOverflow="overflow" horzOverflow="overflow" vert="horz" wrap="square" lIns="914400" tIns="261257" rIns="914400" bIns="391886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3448206">
              <a:spcBef>
                <a:spcPts val="1206"/>
              </a:spcBef>
              <a:tabLst>
                <a:tab pos="5666852" algn="l"/>
              </a:tabLst>
            </a:pPr>
            <a:endParaRPr lang="en-US" sz="5143" b="1">
              <a:ln w="3175">
                <a:noFill/>
              </a:ln>
              <a:gradFill flip="none" rotWithShape="1">
                <a:gsLst>
                  <a:gs pos="20183">
                    <a:srgbClr val="FFFFFF"/>
                  </a:gs>
                  <a:gs pos="42000">
                    <a:srgbClr val="FFFFFF"/>
                  </a:gs>
                </a:gsLst>
                <a:lin ang="2700000" scaled="0"/>
                <a:tileRect/>
              </a:gradFill>
              <a:latin typeface="Segoe UI Semibold" panose="020B0502040204020203" pitchFamily="34" charset="0"/>
              <a:cs typeface="Segoe Sans Display Semibold" pitchFamily="2" charset="0"/>
            </a:endParaRPr>
          </a:p>
        </p:txBody>
      </p:sp>
      <p:sp>
        <p:nvSpPr>
          <p:cNvPr id="11" name="Graphic 19">
            <a:extLst>
              <a:ext uri="{FF2B5EF4-FFF2-40B4-BE49-F238E27FC236}">
                <a16:creationId xmlns:a16="http://schemas.microsoft.com/office/drawing/2014/main" id="{1DBE8F0E-AD63-97C6-DC12-0F0F535F97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5858322" y="4581357"/>
            <a:ext cx="242530" cy="334506"/>
          </a:xfrm>
          <a:custGeom>
            <a:avLst/>
            <a:gdLst>
              <a:gd name="connsiteX0" fmla="*/ 102756 w 138112"/>
              <a:gd name="connsiteY0" fmla="*/ 161906 h 190490"/>
              <a:gd name="connsiteX1" fmla="*/ 99993 w 138112"/>
              <a:gd name="connsiteY1" fmla="*/ 173898 h 190490"/>
              <a:gd name="connsiteX2" fmla="*/ 80753 w 138112"/>
              <a:gd name="connsiteY2" fmla="*/ 190424 h 190490"/>
              <a:gd name="connsiteX3" fmla="*/ 79105 w 138112"/>
              <a:gd name="connsiteY3" fmla="*/ 190490 h 190490"/>
              <a:gd name="connsiteX4" fmla="*/ 58998 w 138112"/>
              <a:gd name="connsiteY4" fmla="*/ 190490 h 190490"/>
              <a:gd name="connsiteX5" fmla="*/ 38548 w 138112"/>
              <a:gd name="connsiteY5" fmla="*/ 175470 h 190490"/>
              <a:gd name="connsiteX6" fmla="*/ 38110 w 138112"/>
              <a:gd name="connsiteY6" fmla="*/ 173879 h 190490"/>
              <a:gd name="connsiteX7" fmla="*/ 35347 w 138112"/>
              <a:gd name="connsiteY7" fmla="*/ 161906 h 190490"/>
              <a:gd name="connsiteX8" fmla="*/ 102756 w 138112"/>
              <a:gd name="connsiteY8" fmla="*/ 161906 h 190490"/>
              <a:gd name="connsiteX9" fmla="*/ 69056 w 138112"/>
              <a:gd name="connsiteY9" fmla="*/ 0 h 190490"/>
              <a:gd name="connsiteX10" fmla="*/ 138113 w 138112"/>
              <a:gd name="connsiteY10" fmla="*/ 69056 h 190490"/>
              <a:gd name="connsiteX11" fmla="*/ 111776 w 138112"/>
              <a:gd name="connsiteY11" fmla="*/ 124682 h 190490"/>
              <a:gd name="connsiteX12" fmla="*/ 111100 w 138112"/>
              <a:gd name="connsiteY12" fmla="*/ 125873 h 190490"/>
              <a:gd name="connsiteX13" fmla="*/ 106070 w 138112"/>
              <a:gd name="connsiteY13" fmla="*/ 147618 h 190490"/>
              <a:gd name="connsiteX14" fmla="*/ 32042 w 138112"/>
              <a:gd name="connsiteY14" fmla="*/ 147618 h 190490"/>
              <a:gd name="connsiteX15" fmla="*/ 27032 w 138112"/>
              <a:gd name="connsiteY15" fmla="*/ 125873 h 190490"/>
              <a:gd name="connsiteX16" fmla="*/ 26356 w 138112"/>
              <a:gd name="connsiteY16" fmla="*/ 124692 h 190490"/>
              <a:gd name="connsiteX17" fmla="*/ 0 w 138112"/>
              <a:gd name="connsiteY17" fmla="*/ 69047 h 190490"/>
              <a:gd name="connsiteX18" fmla="*/ 69056 w 138112"/>
              <a:gd name="connsiteY18" fmla="*/ 0 h 1904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138112" h="190490">
                <a:moveTo>
                  <a:pt x="102756" y="161906"/>
                </a:moveTo>
                <a:lnTo>
                  <a:pt x="99993" y="173898"/>
                </a:lnTo>
                <a:cubicBezTo>
                  <a:pt x="97878" y="183018"/>
                  <a:pt x="90087" y="189708"/>
                  <a:pt x="80753" y="190424"/>
                </a:cubicBezTo>
                <a:lnTo>
                  <a:pt x="79105" y="190490"/>
                </a:lnTo>
                <a:lnTo>
                  <a:pt x="58998" y="190490"/>
                </a:lnTo>
                <a:cubicBezTo>
                  <a:pt x="49631" y="190490"/>
                  <a:pt x="41349" y="184408"/>
                  <a:pt x="38548" y="175470"/>
                </a:cubicBezTo>
                <a:lnTo>
                  <a:pt x="38110" y="173879"/>
                </a:lnTo>
                <a:lnTo>
                  <a:pt x="35347" y="161906"/>
                </a:lnTo>
                <a:lnTo>
                  <a:pt x="102756" y="161906"/>
                </a:lnTo>
                <a:close/>
                <a:moveTo>
                  <a:pt x="69056" y="0"/>
                </a:moveTo>
                <a:cubicBezTo>
                  <a:pt x="107195" y="0"/>
                  <a:pt x="138113" y="30918"/>
                  <a:pt x="138113" y="69056"/>
                </a:cubicBezTo>
                <a:cubicBezTo>
                  <a:pt x="138113" y="89402"/>
                  <a:pt x="129197" y="108042"/>
                  <a:pt x="111776" y="124682"/>
                </a:cubicBezTo>
                <a:cubicBezTo>
                  <a:pt x="111439" y="125004"/>
                  <a:pt x="111203" y="125419"/>
                  <a:pt x="111100" y="125873"/>
                </a:cubicBezTo>
                <a:lnTo>
                  <a:pt x="106070" y="147618"/>
                </a:lnTo>
                <a:lnTo>
                  <a:pt x="32042" y="147618"/>
                </a:lnTo>
                <a:lnTo>
                  <a:pt x="27032" y="125873"/>
                </a:lnTo>
                <a:cubicBezTo>
                  <a:pt x="26926" y="125421"/>
                  <a:pt x="26691" y="125011"/>
                  <a:pt x="26356" y="124692"/>
                </a:cubicBezTo>
                <a:cubicBezTo>
                  <a:pt x="8925" y="108042"/>
                  <a:pt x="0" y="89402"/>
                  <a:pt x="0" y="69047"/>
                </a:cubicBezTo>
                <a:cubicBezTo>
                  <a:pt x="5" y="30912"/>
                  <a:pt x="30921" y="0"/>
                  <a:pt x="69056" y="0"/>
                </a:cubicBezTo>
                <a:close/>
              </a:path>
            </a:pathLst>
          </a:custGeom>
          <a:solidFill>
            <a:schemeClr val="tx1"/>
          </a:solidFill>
          <a:ln w="12700">
            <a:noFill/>
            <a:headEnd type="none" w="med" len="med"/>
            <a:tailEnd type="none" w="med" len="med"/>
          </a:ln>
          <a:effectLst/>
          <a:scene3d>
            <a:camera prst="perspectiveRight" fov="2700000">
              <a:rot lat="0" lon="21594000" rev="0"/>
            </a:camera>
            <a:lightRig rig="flat" dir="t"/>
          </a:scene3d>
          <a:sp3d>
            <a:bevelT w="0" h="38100"/>
            <a:bevelB w="0" h="0"/>
            <a:contourClr>
              <a:schemeClr val="bg1"/>
            </a:contourClr>
          </a:sp3d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32472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 Semibold"/>
              <a:ea typeface="+mn-ea"/>
              <a:cs typeface="Segoe UI" pitchFamily="34" charset="0"/>
            </a:endParaRPr>
          </a:p>
        </p:txBody>
      </p:sp>
      <p:sp>
        <p:nvSpPr>
          <p:cNvPr id="12" name="Text Placeholder 2, chunk 1">
            <a:extLst>
              <a:ext uri="{FF2B5EF4-FFF2-40B4-BE49-F238E27FC236}">
                <a16:creationId xmlns:a16="http://schemas.microsoft.com/office/drawing/2014/main" id="{C5A4CD91-1536-A3F4-FA6F-C313EFEDD637}"/>
              </a:ext>
            </a:extLst>
          </p:cNvPr>
          <p:cNvSpPr txBox="1"/>
          <p:nvPr/>
        </p:nvSpPr>
        <p:spPr>
          <a:xfrm>
            <a:off x="6587142" y="2028402"/>
            <a:ext cx="4714584" cy="430887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2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800"/>
              <a:t>It's OK to make mistakes</a:t>
            </a:r>
          </a:p>
        </p:txBody>
      </p:sp>
      <p:sp>
        <p:nvSpPr>
          <p:cNvPr id="13" name="Text Placeholder 2, chunk 2">
            <a:extLst>
              <a:ext uri="{FF2B5EF4-FFF2-40B4-BE49-F238E27FC236}">
                <a16:creationId xmlns:a16="http://schemas.microsoft.com/office/drawing/2014/main" id="{2849FAFE-590B-5EDC-6E02-1D527EED2B63}"/>
              </a:ext>
            </a:extLst>
          </p:cNvPr>
          <p:cNvSpPr txBox="1"/>
          <p:nvPr/>
        </p:nvSpPr>
        <p:spPr>
          <a:xfrm>
            <a:off x="6587142" y="3095404"/>
            <a:ext cx="3458558" cy="861774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2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800"/>
              <a:t>Ensure Copilot has the right context</a:t>
            </a:r>
          </a:p>
        </p:txBody>
      </p:sp>
      <p:sp>
        <p:nvSpPr>
          <p:cNvPr id="14" name="Text Placeholder 2, chunk 3">
            <a:extLst>
              <a:ext uri="{FF2B5EF4-FFF2-40B4-BE49-F238E27FC236}">
                <a16:creationId xmlns:a16="http://schemas.microsoft.com/office/drawing/2014/main" id="{A7DA0C89-71A3-AB12-9A38-CD00639D0316}"/>
              </a:ext>
            </a:extLst>
          </p:cNvPr>
          <p:cNvSpPr txBox="1"/>
          <p:nvPr/>
        </p:nvSpPr>
        <p:spPr>
          <a:xfrm>
            <a:off x="6587142" y="4533167"/>
            <a:ext cx="4714584" cy="430887"/>
          </a:xfrm>
          <a:prstGeom prst="rect">
            <a:avLst/>
          </a:prstGeom>
          <a:noFill/>
          <a:ln w="19050" cap="rnd">
            <a:noFill/>
            <a:headEnd type="none" w="med" len="med"/>
            <a:tailEnd type="none" w="med" len="med"/>
          </a:ln>
          <a:effectLst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0" tIns="0" rIns="0" bIns="0" numCol="1" spcCol="0" rtlCol="0" fromWordArt="0" anchor="ctr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lvl="0" defTabSz="932449">
              <a:spcBef>
                <a:spcPts val="200"/>
              </a:spcBef>
              <a:defRPr sz="2400">
                <a:gradFill>
                  <a:gsLst>
                    <a:gs pos="6993">
                      <a:schemeClr val="tx1"/>
                    </a:gs>
                    <a:gs pos="20280">
                      <a:schemeClr val="tx1"/>
                    </a:gs>
                  </a:gsLst>
                  <a:lin ang="0" scaled="0"/>
                </a:gradFill>
                <a:latin typeface="+mj-lt"/>
              </a:defRPr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sz="2800"/>
              <a:t>When in doubt – ask Copilot!</a:t>
            </a:r>
            <a:endParaRPr lang="en-CA" sz="2800" err="1"/>
          </a:p>
        </p:txBody>
      </p:sp>
    </p:spTree>
    <p:extLst>
      <p:ext uri="{BB962C8B-B14F-4D97-AF65-F5344CB8AC3E}">
        <p14:creationId xmlns:p14="http://schemas.microsoft.com/office/powerpoint/2010/main" val="203978301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08333E-7 0 L -2.08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-3.33333E-6 L -2.91667E-6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2.91667E-6 -3.33333E-6 L -2.91667E-6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58333E-6 -3.7037E-7 L -4.58333E-6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4.58333E-6 -3.7037E-7 L -4.58333E-6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4.58333E-6 -1.11111E-6 L -4.58333E-6 0.03542 " pathEditMode="relative" rAng="0" ptsTypes="AA">
                                      <p:cBhvr>
                                        <p:cTn id="34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4.58333E-6 -1.11111E-6 L -4.58333E-6 0.03542 " pathEditMode="relative" rAng="0" ptsTypes="AA">
                                      <p:cBhvr>
                                        <p:cTn id="39" dur="700" spd="-100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3.75E-6 -3.33333E-6 L -3.75E-6 0.03542 " pathEditMode="relative" rAng="0" ptsTypes="AA">
                                      <p:cBhvr>
                                        <p:cTn id="44" dur="700" spd="-100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42" presetClass="path" presetSubtype="0" decel="100000" fill="hold" grpId="1" nodeType="withEffect">
                                  <p:stCondLst>
                                    <p:cond delay="200"/>
                                  </p:stCondLst>
                                  <p:childTnLst>
                                    <p:animMotion origin="layout" path="M -1.25E-6 -3.7037E-7 L -1.25E-6 0.03542 " pathEditMode="relative" rAng="0" ptsTypes="AA">
                                      <p:cBhvr>
                                        <p:cTn id="49" dur="700" spd="-100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3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42" presetClass="path" presetSubtype="0" decel="100000" fill="hold" grpId="1" nodeType="withEffect">
                                  <p:stCondLst>
                                    <p:cond delay="300"/>
                                  </p:stCondLst>
                                  <p:childTnLst>
                                    <p:animMotion origin="layout" path="M -3.75E-6 -1.11111E-6 L -3.75E-6 0.03542 " pathEditMode="relative" rAng="0" ptsTypes="AA">
                                      <p:cBhvr>
                                        <p:cTn id="54" dur="700" spd="-100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6" grpId="0" animBg="1"/>
      <p:bldP spid="6" grpId="1" animBg="1"/>
      <p:bldP spid="7" grpId="0" animBg="1"/>
      <p:bldP spid="7" grpId="1" animBg="1"/>
      <p:bldP spid="8" grpId="0" animBg="1"/>
      <p:bldP spid="8" grpId="1" animBg="1"/>
      <p:bldP spid="9" grpId="0" animBg="1"/>
      <p:bldP spid="9" grpId="1" animBg="1"/>
      <p:bldP spid="10" grpId="0" animBg="1"/>
      <p:bldP spid="10" grpId="1" animBg="1"/>
      <p:bldP spid="11" grpId="0" animBg="1"/>
      <p:bldP spid="11" grpId="1" animBg="1"/>
      <p:bldP spid="12" grpId="0"/>
      <p:bldP spid="12" grpId="1"/>
      <p:bldP spid="13" grpId="0"/>
      <p:bldP spid="13" grpId="1"/>
      <p:bldP spid="14" grpId="0"/>
      <p:bldP spid="14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89F32F-E4F8-1165-5CEA-568E0C784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3E2A37-AFFD-47C4-C7C5-9D600ED6DF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8263" y="457200"/>
            <a:ext cx="11018520" cy="553998"/>
          </a:xfrm>
        </p:spPr>
        <p:txBody>
          <a:bodyPr/>
          <a:lstStyle/>
          <a:p>
            <a:pPr algn="ctr"/>
            <a:r>
              <a:rPr lang="en-US"/>
              <a:t>Switches cheat sheet</a:t>
            </a:r>
          </a:p>
        </p:txBody>
      </p:sp>
      <p:sp>
        <p:nvSpPr>
          <p:cNvPr id="7" name="!! Box 1">
            <a:extLst>
              <a:ext uri="{FF2B5EF4-FFF2-40B4-BE49-F238E27FC236}">
                <a16:creationId xmlns:a16="http://schemas.microsoft.com/office/drawing/2014/main" id="{3B4576CC-08CA-3095-1848-FEE370465F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/>
          </p:cNvSpPr>
          <p:nvPr/>
        </p:nvSpPr>
        <p:spPr>
          <a:xfrm>
            <a:off x="584698" y="1407159"/>
            <a:ext cx="11018520" cy="4717193"/>
          </a:xfrm>
          <a:prstGeom prst="roundRect">
            <a:avLst>
              <a:gd name="adj" fmla="val 8733"/>
            </a:avLst>
          </a:prstGeom>
          <a:solidFill>
            <a:schemeClr val="tx1">
              <a:alpha val="7000"/>
            </a:schemeClr>
          </a:solidFill>
        </p:spPr>
        <p:txBody>
          <a:bodyPr wrap="square" lIns="0" tIns="0" rIns="0" bIns="45720" rtlCol="0" anchor="ctr" anchorCtr="0">
            <a:noAutofit/>
          </a:bodyPr>
          <a:lstStyle/>
          <a:p>
            <a:pPr algn="ctr" defTabSz="2275850" fontAlgn="base">
              <a:spcBef>
                <a:spcPts val="200"/>
              </a:spcBef>
              <a:spcAft>
                <a:spcPct val="0"/>
              </a:spcAft>
              <a:tabLst>
                <a:tab pos="3701239" algn="l"/>
              </a:tabLst>
            </a:pPr>
            <a:endParaRPr lang="en-US" b="1">
              <a:ln w="3175">
                <a:noFill/>
              </a:ln>
              <a:gradFill>
                <a:gsLst>
                  <a:gs pos="22936">
                    <a:srgbClr val="000000"/>
                  </a:gs>
                  <a:gs pos="38000">
                    <a:srgbClr val="000000"/>
                  </a:gs>
                </a:gsLst>
                <a:path path="circle">
                  <a:fillToRect l="100000" t="100000"/>
                </a:path>
              </a:gradFill>
              <a:latin typeface="Segoe UI Semibold" panose="020B0502040204020203" pitchFamily="34" charset="0"/>
              <a:cs typeface="Segoe UI" pitchFamily="34" charset="0"/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F81E8A9-D530-89BE-32A6-A43742487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 bwMode="auto">
          <a:xfrm>
            <a:off x="890245" y="1708914"/>
            <a:ext cx="741520" cy="741520"/>
          </a:xfrm>
          <a:prstGeom prst="ellipse">
            <a:avLst/>
          </a:prstGeom>
          <a:gradFill flip="none" rotWithShape="1">
            <a:gsLst>
              <a:gs pos="0">
                <a:srgbClr val="7FC0E6"/>
              </a:gs>
              <a:gs pos="100000">
                <a:srgbClr val="B9DCD2"/>
              </a:gs>
              <a:gs pos="35000">
                <a:srgbClr val="8DC8E8"/>
              </a:gs>
            </a:gsLst>
            <a:path path="circle">
              <a:fillToRect r="100000" b="100000"/>
            </a:path>
            <a:tileRect l="-100000" t="-100000"/>
          </a:gradFill>
        </p:spPr>
        <p:txBody>
          <a:bodyPr wrap="square" lIns="137160" tIns="18288" rIns="137160" bIns="54864" rtlCol="0" anchor="ctr" anchorCtr="0">
            <a:noAutofit/>
          </a:bodyPr>
          <a:lstStyle/>
          <a:p>
            <a:pPr algn="ctr" defTabSz="914400" fontAlgn="base">
              <a:spcBef>
                <a:spcPct val="0"/>
              </a:spcBef>
              <a:spcAft>
                <a:spcPct val="0"/>
              </a:spcAft>
              <a:buClr>
                <a:schemeClr val="tx2"/>
              </a:buClr>
              <a:tabLst>
                <a:tab pos="1487158" algn="l"/>
              </a:tabLst>
            </a:pPr>
            <a:endParaRPr lang="en-US" sz="2200" kern="0">
              <a:ln w="3175">
                <a:noFill/>
              </a:ln>
              <a:latin typeface="Consolas"/>
            </a:endParaRP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4CE3C0EC-AB34-8F5F-AB48-C185C573CE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84272" y="1902941"/>
            <a:ext cx="353466" cy="353466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1D839CA-3133-8AF7-AC9E-A0B288C3159C}"/>
              </a:ext>
            </a:extLst>
          </p:cNvPr>
          <p:cNvSpPr txBox="1"/>
          <p:nvPr/>
        </p:nvSpPr>
        <p:spPr>
          <a:xfrm>
            <a:off x="890245" y="2752188"/>
            <a:ext cx="10411510" cy="36317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/plan</a:t>
            </a:r>
            <a:r>
              <a:rPr lang="en-US" sz="2000" b="1">
                <a:latin typeface="Consolas" panose="020B0609020204030204" pitchFamily="49" charset="0"/>
              </a:rPr>
              <a:t>: </a:t>
            </a:r>
            <a:r>
              <a:rPr lang="en-US" sz="2000">
                <a:latin typeface="Consolas" panose="020B0609020204030204" pitchFamily="49" charset="0"/>
              </a:rPr>
              <a:t>Determine what you want to do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/autopilot</a:t>
            </a:r>
            <a:r>
              <a:rPr lang="en-US" sz="2000" b="1">
                <a:latin typeface="Consolas" panose="020B0609020204030204" pitchFamily="49" charset="0"/>
              </a:rPr>
              <a:t>: </a:t>
            </a:r>
            <a:r>
              <a:rPr lang="en-US" sz="2000">
                <a:latin typeface="Consolas" panose="020B0609020204030204" pitchFamily="49" charset="0"/>
              </a:rPr>
              <a:t>Copilot will work until it believes the task is complete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/fleet</a:t>
            </a:r>
            <a:r>
              <a:rPr lang="en-US" sz="2000" b="1">
                <a:latin typeface="Consolas" panose="020B0609020204030204" pitchFamily="49" charset="0"/>
              </a:rPr>
              <a:t>: </a:t>
            </a:r>
            <a:r>
              <a:rPr lang="en-US" sz="2000">
                <a:latin typeface="Consolas" panose="020B0609020204030204" pitchFamily="49" charset="0"/>
              </a:rPr>
              <a:t>Launch a fleet of agents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/rubber-duck</a:t>
            </a:r>
            <a:r>
              <a:rPr lang="en-US" sz="2000" b="1">
                <a:latin typeface="Consolas" panose="020B0609020204030204" pitchFamily="49" charset="0"/>
              </a:rPr>
              <a:t>: </a:t>
            </a:r>
            <a:r>
              <a:rPr lang="en-US" sz="2000">
                <a:latin typeface="Consolas" panose="020B0609020204030204" pitchFamily="49" charset="0"/>
              </a:rPr>
              <a:t>Ask for another model to review the plan or code</a:t>
            </a:r>
          </a:p>
          <a:p>
            <a:pPr>
              <a:spcAft>
                <a:spcPts val="1200"/>
              </a:spcAft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/allow-all or /yolo: </a:t>
            </a: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Enable all permissions for Copilot</a:t>
            </a:r>
          </a:p>
          <a:p>
            <a:pPr>
              <a:spcAft>
                <a:spcPts val="1200"/>
              </a:spcAft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/permissions: </a:t>
            </a: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Switch between permissions</a:t>
            </a:r>
          </a:p>
          <a:p>
            <a:pPr>
              <a:spcAft>
                <a:spcPts val="1200"/>
              </a:spcAft>
            </a:pPr>
            <a:r>
              <a:rPr lang="en-US" sz="2000" b="1">
                <a:latin typeface="Consolas" panose="020B0609020204030204" pitchFamily="49" charset="0"/>
                <a:cs typeface="Consolas" panose="020B0609020204030204" pitchFamily="49" charset="0"/>
              </a:rPr>
              <a:t>/reset-allowed-tools: </a:t>
            </a:r>
            <a:r>
              <a:rPr lang="en-US" sz="2000">
                <a:latin typeface="Consolas" panose="020B0609020204030204" pitchFamily="49" charset="0"/>
                <a:cs typeface="Consolas" panose="020B0609020204030204" pitchFamily="49" charset="0"/>
              </a:rPr>
              <a:t>Revoke all permissions and start over</a:t>
            </a:r>
          </a:p>
          <a:p>
            <a:pPr marL="0" indent="0">
              <a:spcBef>
                <a:spcPts val="0"/>
              </a:spcBef>
              <a:spcAft>
                <a:spcPts val="1200"/>
              </a:spcAft>
              <a:buNone/>
            </a:pPr>
            <a:endParaRPr lang="en-US" sz="200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6770328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2" presetClass="path" presetSubtype="0" decel="10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9" dur="700" spd="-100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0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4" dur="700" spd="-100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19" dur="700" spd="-100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2" presetClass="path" presetSubtype="0" decel="100000" fill="hold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4" dur="700" spd="-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42" presetClass="path" presetSubtype="0" decel="100000" fill="hold" grpId="1" nodeType="withEffect">
                                  <p:stCondLst>
                                    <p:cond delay="100"/>
                                  </p:stCondLst>
                                  <p:childTnLst>
                                    <p:animMotion origin="layout" path="M -8.33333E-7 -2.96296E-6 L -8.33333E-7 0.03542 " pathEditMode="relative" rAng="0" ptsTypes="AA">
                                      <p:cBhvr>
                                        <p:cTn id="29" dur="700" spd="-100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175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2" grpId="1"/>
      <p:bldP spid="7" grpId="0" animBg="1"/>
      <p:bldP spid="7" grpId="1" animBg="1"/>
      <p:bldP spid="8" grpId="0" animBg="1"/>
      <p:bldP spid="8" grpId="1" animBg="1"/>
      <p:bldP spid="10" grpId="0"/>
      <p:bldP spid="10" grpId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E7D9A-1A99-76E1-4667-481AB272DB6B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0" y="-603250"/>
            <a:ext cx="11017250" cy="554037"/>
          </a:xfrm>
        </p:spPr>
        <p:txBody>
          <a:bodyPr vert="horz" wrap="square" lIns="0" tIns="0" rIns="0" bIns="0" rtlCol="0" anchor="b">
            <a:spAutoFit/>
          </a:bodyPr>
          <a:lstStyle/>
          <a:p>
            <a:r>
              <a:rPr lang="en-US">
                <a:solidFill>
                  <a:schemeClr val="bg1"/>
                </a:solidFill>
              </a:rPr>
              <a:t>Logo</a:t>
            </a:r>
          </a:p>
        </p:txBody>
      </p:sp>
    </p:spTree>
    <p:extLst>
      <p:ext uri="{BB962C8B-B14F-4D97-AF65-F5344CB8AC3E}">
        <p14:creationId xmlns:p14="http://schemas.microsoft.com/office/powerpoint/2010/main" val="782770375"/>
      </p:ext>
    </p:extLst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Microsoft AI Tour 16:9 Template Dark">
  <a:themeElements>
    <a:clrScheme name="Custom 105">
      <a:dk1>
        <a:srgbClr val="2A446F"/>
      </a:dk1>
      <a:lt1>
        <a:srgbClr val="FFFFFF"/>
      </a:lt1>
      <a:dk2>
        <a:srgbClr val="2A446F"/>
      </a:dk2>
      <a:lt2>
        <a:srgbClr val="E8E6DF"/>
      </a:lt2>
      <a:accent1>
        <a:srgbClr val="8DC8E8"/>
      </a:accent1>
      <a:accent2>
        <a:srgbClr val="C5B4E3"/>
      </a:accent2>
      <a:accent3>
        <a:srgbClr val="49C5B1"/>
      </a:accent3>
      <a:accent4>
        <a:srgbClr val="E1D3C7"/>
      </a:accent4>
      <a:accent5>
        <a:srgbClr val="8661C5"/>
      </a:accent5>
      <a:accent6>
        <a:srgbClr val="D9D9D6"/>
      </a:accent6>
      <a:hlink>
        <a:srgbClr val="8DC8E8"/>
      </a:hlink>
      <a:folHlink>
        <a:srgbClr val="C5B4E3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chemeClr val="bg1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Microsoft AI Tour FY27_16-9 Event-template" id="{8D0738F8-0A34-45C1-B273-535BB1E65592}" vid="{895659C4-1E35-4539-9597-5BEFC32426B5}"/>
    </a:ext>
  </a:extLst>
</a:theme>
</file>

<file path=ppt/theme/theme2.xml><?xml version="1.0" encoding="utf-8"?>
<a:theme xmlns:a="http://schemas.openxmlformats.org/drawingml/2006/main" name="Microsoft AI Tour FY27 Light">
  <a:themeElements>
    <a:clrScheme name="Custom 103">
      <a:dk1>
        <a:srgbClr val="000000"/>
      </a:dk1>
      <a:lt1>
        <a:srgbClr val="FFFFFF"/>
      </a:lt1>
      <a:dk2>
        <a:srgbClr val="2A446F"/>
      </a:dk2>
      <a:lt2>
        <a:srgbClr val="E8E6DF"/>
      </a:lt2>
      <a:accent1>
        <a:srgbClr val="0078D4"/>
      </a:accent1>
      <a:accent2>
        <a:srgbClr val="8661C5"/>
      </a:accent2>
      <a:accent3>
        <a:srgbClr val="2A446F"/>
      </a:accent3>
      <a:accent4>
        <a:srgbClr val="8C8279"/>
      </a:accent4>
      <a:accent5>
        <a:srgbClr val="49C5B1"/>
      </a:accent5>
      <a:accent6>
        <a:srgbClr val="B1B3B3"/>
      </a:accent6>
      <a:hlink>
        <a:srgbClr val="0078D4"/>
      </a:hlink>
      <a:folHlink>
        <a:srgbClr val="8661C5"/>
      </a:folHlink>
    </a:clrScheme>
    <a:fontScheme name="Microsoft 2019 Brand Templates">
      <a:majorFont>
        <a:latin typeface="Segoe UI Semibold"/>
        <a:ea typeface=""/>
        <a:cs typeface=""/>
      </a:majorFont>
      <a:minorFont>
        <a:latin typeface="Segoe UI"/>
        <a:ea typeface=""/>
        <a:cs typeface=""/>
      </a:minorFont>
    </a:fontScheme>
    <a:fmtScheme name="Coutur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8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9050" h="3175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solidFill>
          <a:schemeClr val="accent1"/>
        </a:solidFill>
        <a:ln>
          <a:noFill/>
          <a:headEnd type="none" w="med" len="med"/>
          <a:tailEnd type="none" w="med" len="med"/>
        </a:ln>
        <a:effectLst/>
      </a:spPr>
      <a:bodyPr rot="0" spcFirstLastPara="0" vertOverflow="overflow" horzOverflow="overflow" vert="horz" wrap="square" lIns="182880" tIns="146304" rIns="182880" bIns="146304" numCol="1" spcCol="0" rtlCol="0" fromWordArt="0" anchor="t" anchorCtr="0" forceAA="0" compatLnSpc="1">
        <a:prstTxWarp prst="textNoShape">
          <a:avLst/>
        </a:prstTxWarp>
        <a:noAutofit/>
      </a:bodyPr>
      <a:lstStyle>
        <a:defPPr algn="l" defTabSz="932472" fontAlgn="base">
          <a:spcBef>
            <a:spcPct val="0"/>
          </a:spcBef>
          <a:spcAft>
            <a:spcPct val="0"/>
          </a:spcAft>
          <a:defRPr sz="2000" dirty="0" err="1" smtClean="0">
            <a:solidFill>
              <a:srgbClr val="FFFFFF"/>
            </a:solidFill>
            <a:ea typeface="Segoe UI" pitchFamily="34" charset="0"/>
            <a:cs typeface="Segoe UI" pitchFamily="34" charset="0"/>
          </a:defRPr>
        </a:defPPr>
      </a:lstStyle>
      <a:style>
        <a:lnRef idx="1">
          <a:schemeClr val="accent2"/>
        </a:lnRef>
        <a:fillRef idx="3">
          <a:schemeClr val="accent2"/>
        </a:fillRef>
        <a:effectRef idx="2">
          <a:schemeClr val="accent2"/>
        </a:effectRef>
        <a:fontRef idx="minor">
          <a:schemeClr val="lt1"/>
        </a:fontRef>
      </a:style>
    </a:spDef>
    <a:lnDef>
      <a:spPr>
        <a:ln>
          <a:solidFill>
            <a:schemeClr val="tx1"/>
          </a:solidFill>
          <a:headEnd type="none" w="lg" len="med"/>
          <a:tailEnd type="none" w="lg" len="med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algn="l">
          <a:defRPr sz="2000" dirty="0" err="1" smtClean="0"/>
        </a:defPPr>
      </a:lstStyle>
    </a:txDef>
  </a:objectDefaults>
  <a:extraClrSchemeLst/>
  <a:custClrLst>
    <a:custClr name="Light Brown">
      <a:srgbClr val="E1D3C7"/>
    </a:custClr>
    <a:custClr name="Light Yellow">
      <a:srgbClr val="FFE399"/>
    </a:custClr>
    <a:custClr name="Light Orange">
      <a:srgbClr val="FFA38B"/>
    </a:custClr>
    <a:custClr name="Light Red">
      <a:srgbClr val="FFB3BB"/>
    </a:custClr>
    <a:custClr name="Light Magenta">
      <a:srgbClr val="D59ED7"/>
    </a:custClr>
    <a:custClr name="Light Purple">
      <a:srgbClr val="C5B4E3"/>
    </a:custClr>
    <a:custClr name="Light Blue">
      <a:srgbClr val="8DC8E8"/>
    </a:custClr>
    <a:custClr name="Light Teal">
      <a:srgbClr val="B9DCD2"/>
    </a:custClr>
    <a:custClr name="Light Green">
      <a:srgbClr val="D4EC8E"/>
    </a:custClr>
    <a:custClr name="Blue Black">
      <a:srgbClr val="091F2C"/>
    </a:custClr>
    <a:custClr name="Brown">
      <a:srgbClr val="BF9474"/>
    </a:custClr>
    <a:custClr name="Yellow">
      <a:srgbClr val="FFB900"/>
    </a:custClr>
    <a:custClr name="Orange">
      <a:srgbClr val="FF5C39"/>
    </a:custClr>
    <a:custClr name="Red">
      <a:srgbClr val="F4364C"/>
    </a:custClr>
    <a:custClr name="Magenta">
      <a:srgbClr val="C03BC4"/>
    </a:custClr>
    <a:custClr name="Purple">
      <a:srgbClr val="8661C5"/>
    </a:custClr>
    <a:custClr name="Blue">
      <a:srgbClr val="0078D4"/>
    </a:custClr>
    <a:custClr name="Teal">
      <a:srgbClr val="49C5B1"/>
    </a:custClr>
    <a:custClr name="Green">
      <a:srgbClr val="8DE971"/>
    </a:custClr>
    <a:custClr name="Rich Black">
      <a:srgbClr val="000000"/>
    </a:custClr>
    <a:custClr name="Dark Brown">
      <a:srgbClr val="5C4738"/>
    </a:custClr>
    <a:custClr name="Dark Yellow">
      <a:srgbClr val="7F5A1A"/>
    </a:custClr>
    <a:custClr name="Dark Orange">
      <a:srgbClr val="73391D"/>
    </a:custClr>
    <a:custClr name="Dark Red">
      <a:srgbClr val="73262F"/>
    </a:custClr>
    <a:custClr name="Dark Magenta">
      <a:srgbClr val="702573"/>
    </a:custClr>
    <a:custClr name="Dark Purple">
      <a:srgbClr val="463668"/>
    </a:custClr>
    <a:custClr name="Dark Blue">
      <a:srgbClr val="2A446F"/>
    </a:custClr>
    <a:custClr name="Dark Teal">
      <a:srgbClr val="225B62"/>
    </a:custClr>
    <a:custClr name="Dark Green">
      <a:srgbClr val="07641D"/>
    </a:custClr>
    <a:custClr name="Brown Black">
      <a:srgbClr val="291817"/>
    </a:custClr>
    <a:custClr name="Pure White">
      <a:srgbClr val="FFFFFF"/>
    </a:custClr>
    <a:custClr name="Off White">
      <a:srgbClr val="F4F3F5"/>
    </a:custClr>
    <a:custClr name="Warm White">
      <a:srgbClr val="FFF8F3"/>
    </a:custClr>
    <a:custClr name="Warm Light Gray">
      <a:srgbClr val="E8E6DF"/>
    </a:custClr>
    <a:custClr name="Mid Gray">
      <a:srgbClr val="D7D2CB"/>
    </a:custClr>
    <a:custClr name="Warm Gray">
      <a:srgbClr val="8C8279"/>
    </a:custClr>
    <a:custClr name="Light Gray">
      <a:srgbClr val="D9D9D6"/>
    </a:custClr>
    <a:custClr name="Cool Gray">
      <a:srgbClr val="B1B3B3"/>
    </a:custClr>
    <a:custClr name="Dark Gray">
      <a:srgbClr val="454142"/>
    </a:custClr>
    <a:custClr name="Pure White">
      <a:srgbClr val="FFFFFF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  <a:custClr name="Blank">
      <a:srgbClr val="F0F0F0"/>
    </a:custClr>
  </a:custClrLst>
  <a:extLst>
    <a:ext uri="{05A4C25C-085E-4340-85A3-A5531E510DB2}">
      <thm15:themeFamily xmlns:thm15="http://schemas.microsoft.com/office/thememl/2012/main" name="Presentation1" id="{C91710D9-4C3C-6F4D-AE7D-F92D4F5A1357}" vid="{CB7D5E62-CB40-8C4D-9EC1-918F07C6C620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custClrLst>
    <a:custClr name="Light Orange">
      <a:srgbClr val="FF9349"/>
    </a:custClr>
    <a:custClr name="Light Yellow">
      <a:srgbClr val="FEF000"/>
    </a:custClr>
    <a:custClr name="Light Green">
      <a:srgbClr val="9BF00B"/>
    </a:custClr>
    <a:custClr name="Light Teal">
      <a:srgbClr val="30E5D0"/>
    </a:custClr>
    <a:custClr name="Light Blue">
      <a:srgbClr val="50E6FF"/>
    </a:custClr>
    <a:custClr name="Light Purple">
      <a:srgbClr val="D59DFF"/>
    </a:custClr>
    <a:custClr name="White">
      <a:srgbClr val="FFFFFF"/>
    </a:custClr>
    <a:custClr name="Extra Light Gray">
      <a:srgbClr val="F2F2F2"/>
    </a:custClr>
    <a:custClr name="Light Gray">
      <a:srgbClr val="E6E6E6"/>
    </a:custClr>
    <a:custClr name="Gray">
      <a:srgbClr val="D2D2D2"/>
    </a:custClr>
    <a:custClr name="Orange">
      <a:srgbClr val="D83B01"/>
    </a:custClr>
    <a:custClr name="Yellow">
      <a:srgbClr val="FFB900"/>
    </a:custClr>
    <a:custClr name="Green">
      <a:srgbClr val="107C10"/>
    </a:custClr>
    <a:custClr name="Teal">
      <a:srgbClr val="008575"/>
    </a:custClr>
    <a:custClr name="Blue">
      <a:srgbClr val="0078D4"/>
    </a:custClr>
    <a:custClr name="Purple">
      <a:srgbClr val="8661C5"/>
    </a:custClr>
    <a:custClr name="Mid Gray">
      <a:srgbClr val="737373"/>
    </a:custClr>
    <a:custClr name="Dark Gray">
      <a:srgbClr val="505050"/>
    </a:custClr>
    <a:custClr name="Extra Dark Gray">
      <a:srgbClr val="2F2F2F"/>
    </a:custClr>
    <a:custClr name="Rick Black">
      <a:srgbClr val="000000"/>
    </a:custClr>
    <a:custClr name="Dark Orange">
      <a:srgbClr val="6B2929"/>
    </a:custClr>
    <a:custClr name="Dark Yellow">
      <a:srgbClr val="6A4B16"/>
    </a:custClr>
    <a:custClr name="Dark Green">
      <a:srgbClr val="054B16"/>
    </a:custClr>
    <a:custClr name="Dark Teal">
      <a:srgbClr val="274B47"/>
    </a:custClr>
    <a:custClr name="Dark Blue">
      <a:srgbClr val="243A5E"/>
    </a:custClr>
    <a:custClr name="Dark Purple">
      <a:srgbClr val="3B2E58"/>
    </a:custClr>
  </a:custClr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FE71A6B924FC94981CCAD1A585590D8" ma:contentTypeVersion="27" ma:contentTypeDescription="Create a new document." ma:contentTypeScope="" ma:versionID="566528f2922ad54e26a908d2133454c1">
  <xsd:schema xmlns:xsd="http://www.w3.org/2001/XMLSchema" xmlns:xs="http://www.w3.org/2001/XMLSchema" xmlns:p="http://schemas.microsoft.com/office/2006/metadata/properties" xmlns:ns1="http://schemas.microsoft.com/sharepoint/v3" xmlns:ns2="804751ba-60e0-4191-9865-d7e5284c1d69" xmlns:ns3="913b567d-4c83-4181-a45c-f04ce7e1b72e" xmlns:ns4="230e9df3-be65-4c73-a93b-d1236ebd677e" targetNamespace="http://schemas.microsoft.com/office/2006/metadata/properties" ma:root="true" ma:fieldsID="6c91453d1ce2972ce38a1123b4b20cb5" ns1:_="" ns2:_="" ns3:_="" ns4:_="">
    <xsd:import namespace="http://schemas.microsoft.com/sharepoint/v3"/>
    <xsd:import namespace="804751ba-60e0-4191-9865-d7e5284c1d69"/>
    <xsd:import namespace="913b567d-4c83-4181-a45c-f04ce7e1b72e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GenerationTime" minOccurs="0"/>
                <xsd:element ref="ns2:MediaServiceEventHashCode" minOccurs="0"/>
                <xsd:element ref="ns2:MediaServiceAutoKeyPoints" minOccurs="0"/>
                <xsd:element ref="ns2:MediaServiceKeyPoints" minOccurs="0"/>
                <xsd:element ref="ns2:MediaServiceOCR" minOccurs="0"/>
                <xsd:element ref="ns2:MediaServiceLocation" minOccurs="0"/>
                <xsd:element ref="ns1:_ip_UnifiedCompliancePolicyProperties" minOccurs="0"/>
                <xsd:element ref="ns1:_ip_UnifiedCompliancePolicyUIAction" minOccurs="0"/>
                <xsd:element ref="ns2:Number" minOccurs="0"/>
                <xsd:element ref="ns2:MediaLengthInSeconds" minOccurs="0"/>
                <xsd:element ref="ns2:lcf76f155ced4ddcb4097134ff3c332f" minOccurs="0"/>
                <xsd:element ref="ns4:TaxCatchAll" minOccurs="0"/>
                <xsd:element ref="ns2:Time" minOccurs="0"/>
                <xsd:element ref="ns2:MediaServiceSearchProperties" minOccurs="0"/>
                <xsd:element ref="ns2:MediaServiceObjectDetectorVersions" minOccurs="0"/>
                <xsd:element ref="ns2:TranslatedLang" minOccurs="0"/>
                <xsd:element ref="ns2:content" minOccurs="0"/>
                <xsd:element ref="ns2:MediaServiceDoc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19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0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4751ba-60e0-4191-9865-d7e5284c1d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hidden="true" ma:internalName="MediaServiceKeyPoints" ma:readOnly="true">
      <xsd:simpleType>
        <xsd:restriction base="dms:Note"/>
      </xsd:simpleType>
    </xsd:element>
    <xsd:element name="MediaServiceOCR" ma:index="17" nillable="true" ma:displayName="Extracted Text" ma:hidden="true" ma:internalName="MediaServiceOCR" ma:readOnly="true">
      <xsd:simpleType>
        <xsd:restriction base="dms:Note"/>
      </xsd:simpleType>
    </xsd:element>
    <xsd:element name="MediaServiceLocation" ma:index="18" nillable="true" ma:displayName="Location" ma:hidden="true" ma:internalName="MediaServiceLocation" ma:readOnly="true">
      <xsd:simpleType>
        <xsd:restriction base="dms:Text"/>
      </xsd:simpleType>
    </xsd:element>
    <xsd:element name="Number" ma:index="21" nillable="true" ma:displayName="Number" ma:format="Dropdown" ma:internalName="Number" ma:percentage="FALSE">
      <xsd:simpleType>
        <xsd:restriction base="dms:Number"/>
      </xsd:simpleType>
    </xsd:element>
    <xsd:element name="MediaLengthInSeconds" ma:index="22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4" nillable="true" ma:taxonomy="true" ma:internalName="lcf76f155ced4ddcb4097134ff3c332f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Time" ma:index="26" nillable="true" ma:displayName="Time" ma:format="DateTime" ma:internalName="Time">
      <xsd:simpleType>
        <xsd:restriction base="dms:DateTime"/>
      </xsd:simpleType>
    </xsd:element>
    <xsd:element name="MediaServiceSearchProperties" ma:index="27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28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TranslatedLang" ma:index="29" nillable="true" ma:displayName="Translated Language" ma:hidden="true" ma:internalName="TranslatedLang" ma:readOnly="true">
      <xsd:simpleType>
        <xsd:restriction base="dms:Text"/>
      </xsd:simpleType>
    </xsd:element>
    <xsd:element name="content" ma:index="30" nillable="true" ma:displayName="content" ma:format="Dropdown" ma:internalName="content">
      <xsd:simpleType>
        <xsd:restriction base="dms:Choice">
          <xsd:enumeration value="Visual Studio"/>
          <xsd:enumeration value="VS Code"/>
          <xsd:enumeration value="GitHub Copilot"/>
          <xsd:enumeration value="Dev Box"/>
          <xsd:enumeration value="Choice 5"/>
        </xsd:restriction>
      </xsd:simpleType>
    </xsd:element>
    <xsd:element name="MediaServiceDocTags" ma:index="31" nillable="true" ma:displayName="MediaServiceDocTags" ma:hidden="true" ma:internalName="MediaServiceDocTags" ma:readOnly="true">
      <xsd:simpleType>
        <xsd:restriction base="dms:Note"/>
      </xsd:simpleType>
    </xsd:element>
    <xsd:element name="MediaServiceBillingMetadata" ma:index="32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13b567d-4c83-4181-a45c-f04ce7e1b72e" elementFormDefault="qualified">
    <xsd:import namespace="http://schemas.microsoft.com/office/2006/documentManagement/types"/>
    <xsd:import namespace="http://schemas.microsoft.com/office/infopath/2007/PartnerControls"/>
    <xsd:element name="SharedWithUsers" ma:index="11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2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5" nillable="true" ma:displayName="Taxonomy Catch All Column" ma:hidden="true" ma:list="{ae7d3c4e-66c4-4603-a26b-8d6b1e039262}" ma:internalName="TaxCatchAll" ma:showField="CatchAllData" ma:web="913b567d-4c83-4181-a45c-f04ce7e1b72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_ip_UnifiedCompliancePolicyProperties xmlns="http://schemas.microsoft.com/sharepoint/v3" xsi:nil="true"/>
    <TaxCatchAll xmlns="230e9df3-be65-4c73-a93b-d1236ebd677e" xsi:nil="true"/>
    <MediaServiceKeyPoints xmlns="804751ba-60e0-4191-9865-d7e5284c1d69" xsi:nil="true"/>
    <lcf76f155ced4ddcb4097134ff3c332f xmlns="804751ba-60e0-4191-9865-d7e5284c1d69">
      <Terms xmlns="http://schemas.microsoft.com/office/infopath/2007/PartnerControls"/>
    </lcf76f155ced4ddcb4097134ff3c332f>
    <Number xmlns="804751ba-60e0-4191-9865-d7e5284c1d69" xsi:nil="true"/>
    <Time xmlns="804751ba-60e0-4191-9865-d7e5284c1d69" xsi:nil="true"/>
    <content xmlns="804751ba-60e0-4191-9865-d7e5284c1d69" xsi:nil="true"/>
  </documentManagement>
</p:properties>
</file>

<file path=customXml/itemProps1.xml><?xml version="1.0" encoding="utf-8"?>
<ds:datastoreItem xmlns:ds="http://schemas.openxmlformats.org/officeDocument/2006/customXml" ds:itemID="{253E9D7D-68F0-4D95-A061-C769E95FFF39}">
  <ds:schemaRefs>
    <ds:schemaRef ds:uri="230e9df3-be65-4c73-a93b-d1236ebd677e"/>
    <ds:schemaRef ds:uri="804751ba-60e0-4191-9865-d7e5284c1d69"/>
    <ds:schemaRef ds:uri="913b567d-4c83-4181-a45c-f04ce7e1b72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758FDAC0-319D-4A54-8D8E-1D42CB1F800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F990F116-B58F-4255-B05B-DA3808E0E5C6}">
  <ds:schemaRefs>
    <ds:schemaRef ds:uri="230e9df3-be65-4c73-a93b-d1236ebd677e"/>
    <ds:schemaRef ds:uri="804751ba-60e0-4191-9865-d7e5284c1d69"/>
    <ds:schemaRef ds:uri="913b567d-4c83-4181-a45c-f04ce7e1b72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XML/1998/namespace"/>
  </ds:schemaRefs>
</ds:datastoreItem>
</file>

<file path=docMetadata/LabelInfo.xml><?xml version="1.0" encoding="utf-8"?>
<clbl:labelList xmlns:clbl="http://schemas.microsoft.com/office/2020/mipLabelMetadata">
  <clbl:label id="{f42aa342-8706-4288-bd11-ebb85995028c}" enabled="1" method="Privileged" siteId="{72f988bf-86f1-41af-91ab-2d7cd011db47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16</Slides>
  <Notes>11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Microsoft AI Tour 16:9 Template Dark</vt:lpstr>
      <vt:lpstr>Microsoft AI Tour FY27 Light</vt:lpstr>
      <vt:lpstr>Microsoft AI Tour</vt:lpstr>
      <vt:lpstr>ILL 234 – Coding with agents in GitHub Copilot CLI</vt:lpstr>
      <vt:lpstr>As you're getting settled:</vt:lpstr>
      <vt:lpstr>Agenda</vt:lpstr>
      <vt:lpstr>The evolution of GitHub Copilot</vt:lpstr>
      <vt:lpstr>/ Code Generation</vt:lpstr>
      <vt:lpstr>/ Code Generation</vt:lpstr>
      <vt:lpstr>/ Code Generation</vt:lpstr>
      <vt:lpstr>SAY WHAT YOU MEAN, MEAN WHAT YOU SAY</vt:lpstr>
      <vt:lpstr>Quick ways to point Copilot CLI at the right context</vt:lpstr>
      <vt:lpstr>Tools to provide Copilot context</vt:lpstr>
      <vt:lpstr>THE WORKSHOP SCENARIO</vt:lpstr>
      <vt:lpstr>The flow</vt:lpstr>
      <vt:lpstr>Some tips for success</vt:lpstr>
      <vt:lpstr>Switches cheat sheet</vt:lpstr>
      <vt:lpstr>Logo</vt:lpstr>
    </vt:vector>
  </TitlesOfParts>
  <Manager>&lt;Comms manager name here&gt;</Manager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Microsoft AI Tour</dc:subject>
  <dc:creator>J.R. Tripp</dc:creator>
  <cp:keywords>Microsoft AI Tour</cp:keywords>
  <dc:description/>
  <cp:revision>3</cp:revision>
  <cp:lastPrinted>2023-02-15T20:48:24Z</cp:lastPrinted>
  <dcterms:created xsi:type="dcterms:W3CDTF">2026-05-19T20:29:50Z</dcterms:created>
  <dcterms:modified xsi:type="dcterms:W3CDTF">2026-09-10T16:36:41Z</dcterms:modified>
  <cp:category>Microsoft AI Tour</cp:category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0x0101002FE71A6B924FC94981CCAD1A585590D8</vt:lpwstr>
  </property>
  <property fmtid="{D5CDD505-2E9C-101B-9397-08002B2CF9AE}" pid="3" name="Product">
    <vt:lpwstr/>
  </property>
  <property fmtid="{D5CDD505-2E9C-101B-9397-08002B2CF9AE}" pid="4" name="Event1">
    <vt:lpwstr>622;#Unassigned|2c8af875-f38a-40b8-a0a9-056aed3fc8c0</vt:lpwstr>
  </property>
  <property fmtid="{D5CDD505-2E9C-101B-9397-08002B2CF9AE}" pid="5" name="Audience">
    <vt:lpwstr/>
  </property>
  <property fmtid="{D5CDD505-2E9C-101B-9397-08002B2CF9AE}" pid="6" name="Event Venue">
    <vt:lpwstr/>
  </property>
  <property fmtid="{D5CDD505-2E9C-101B-9397-08002B2CF9AE}" pid="7" name="Track">
    <vt:lpwstr/>
  </property>
  <property fmtid="{D5CDD505-2E9C-101B-9397-08002B2CF9AE}" pid="8" name="Event Location">
    <vt:lpwstr/>
  </property>
  <property fmtid="{D5CDD505-2E9C-101B-9397-08002B2CF9AE}" pid="9" name="Campaign">
    <vt:lpwstr/>
  </property>
  <property fmtid="{D5CDD505-2E9C-101B-9397-08002B2CF9AE}" pid="10" name="IsMyDocuments">
    <vt:bool>true</vt:bool>
  </property>
  <property fmtid="{D5CDD505-2E9C-101B-9397-08002B2CF9AE}" pid="11" name="MSIP_Label_f42aa342-8706-4288-bd11-ebb85995028c_Enabled">
    <vt:lpwstr>True</vt:lpwstr>
  </property>
  <property fmtid="{D5CDD505-2E9C-101B-9397-08002B2CF9AE}" pid="12" name="MSIP_Label_f42aa342-8706-4288-bd11-ebb85995028c_SiteId">
    <vt:lpwstr>72f988bf-86f1-41af-91ab-2d7cd011db47</vt:lpwstr>
  </property>
  <property fmtid="{D5CDD505-2E9C-101B-9397-08002B2CF9AE}" pid="13" name="MSIP_Label_f42aa342-8706-4288-bd11-ebb85995028c_Ref">
    <vt:lpwstr>https://api.informationprotection.azure.com/api/72f988bf-86f1-41af-91ab-2d7cd011db47</vt:lpwstr>
  </property>
  <property fmtid="{D5CDD505-2E9C-101B-9397-08002B2CF9AE}" pid="14" name="MSIP_Label_f42aa342-8706-4288-bd11-ebb85995028c_SetDate">
    <vt:lpwstr>2017-08-29T14:27:20.8568347-07:00</vt:lpwstr>
  </property>
  <property fmtid="{D5CDD505-2E9C-101B-9397-08002B2CF9AE}" pid="15" name="MSIP_Label_f42aa342-8706-4288-bd11-ebb85995028c_Name">
    <vt:lpwstr>General</vt:lpwstr>
  </property>
  <property fmtid="{D5CDD505-2E9C-101B-9397-08002B2CF9AE}" pid="16" name="MSIP_Label_f42aa342-8706-4288-bd11-ebb85995028c_Extended_MSFT_Method">
    <vt:lpwstr>Automatic</vt:lpwstr>
  </property>
  <property fmtid="{D5CDD505-2E9C-101B-9397-08002B2CF9AE}" pid="17" name="Sensitivity">
    <vt:lpwstr>General</vt:lpwstr>
  </property>
  <property fmtid="{D5CDD505-2E9C-101B-9397-08002B2CF9AE}" pid="18" name="Metadata">
    <vt:lpwstr/>
  </property>
  <property fmtid="{D5CDD505-2E9C-101B-9397-08002B2CF9AE}" pid="19" name="MediaServiceImageTags">
    <vt:lpwstr/>
  </property>
</Properties>
</file>